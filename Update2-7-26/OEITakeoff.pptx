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7"/>
  </p:notesMasterIdLst>
  <p:sldIdLst>
    <p:sldId id="268" r:id="rId2"/>
    <p:sldId id="273" r:id="rId3"/>
    <p:sldId id="274" r:id="rId4"/>
    <p:sldId id="279" r:id="rId5"/>
    <p:sldId id="281" r:id="rId6"/>
  </p:sldIdLst>
  <p:sldSz cx="138176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146D71-F8D8-4DB7-8131-3028B50B9545}" v="674" dt="2026-02-08T04:06:11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876" autoAdjust="0"/>
  </p:normalViewPr>
  <p:slideViewPr>
    <p:cSldViewPr snapToGrid="0">
      <p:cViewPr varScale="1">
        <p:scale>
          <a:sx n="59" d="100"/>
          <a:sy n="59" d="100"/>
        </p:scale>
        <p:origin x="6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ld, James" userId="991b8c9e-6a90-4e28-bbad-d98f35f1780c" providerId="ADAL" clId="{750E5B2A-3EA1-451A-A888-15A044D2B09B}"/>
    <pc:docChg chg="undo custSel addSld delSld modSld sldOrd delMainMaster modMainMaster modNotesMaster">
      <pc:chgData name="Gold, James" userId="991b8c9e-6a90-4e28-bbad-d98f35f1780c" providerId="ADAL" clId="{750E5B2A-3EA1-451A-A888-15A044D2B09B}" dt="2026-02-08T04:06:11.058" v="4407" actId="20577"/>
      <pc:docMkLst>
        <pc:docMk/>
      </pc:docMkLst>
      <pc:sldChg chg="modSp add del mod ord modNotes">
        <pc:chgData name="Gold, James" userId="991b8c9e-6a90-4e28-bbad-d98f35f1780c" providerId="ADAL" clId="{750E5B2A-3EA1-451A-A888-15A044D2B09B}" dt="2026-02-06T08:41:29.712" v="4293" actId="20577"/>
        <pc:sldMkLst>
          <pc:docMk/>
          <pc:sldMk cId="0" sldId="268"/>
        </pc:sldMkLst>
        <pc:spChg chg="mod">
          <ac:chgData name="Gold, James" userId="991b8c9e-6a90-4e28-bbad-d98f35f1780c" providerId="ADAL" clId="{750E5B2A-3EA1-451A-A888-15A044D2B09B}" dt="2026-02-06T08:41:29.712" v="4293" actId="20577"/>
          <ac:spMkLst>
            <pc:docMk/>
            <pc:sldMk cId="0" sldId="268"/>
            <ac:spMk id="153" creationId="{00000000-0000-0000-0000-000000000000}"/>
          </ac:spMkLst>
        </pc:spChg>
      </pc:sldChg>
      <pc:sldChg chg="addSp delSp modSp add del mod modNotes">
        <pc:chgData name="Gold, James" userId="991b8c9e-6a90-4e28-bbad-d98f35f1780c" providerId="ADAL" clId="{750E5B2A-3EA1-451A-A888-15A044D2B09B}" dt="2026-02-06T08:41:09.756" v="4279" actId="22"/>
        <pc:sldMkLst>
          <pc:docMk/>
          <pc:sldMk cId="292796269" sldId="273"/>
        </pc:sldMkLst>
        <pc:spChg chg="add mod">
          <ac:chgData name="Gold, James" userId="991b8c9e-6a90-4e28-bbad-d98f35f1780c" providerId="ADAL" clId="{750E5B2A-3EA1-451A-A888-15A044D2B09B}" dt="2026-02-06T08:14:22.748" v="3317"/>
          <ac:spMkLst>
            <pc:docMk/>
            <pc:sldMk cId="292796269" sldId="273"/>
            <ac:spMk id="36" creationId="{1D4366D8-94BF-A0D5-56DC-7F0C3D5D77C4}"/>
          </ac:spMkLst>
        </pc:spChg>
        <pc:spChg chg="add mod">
          <ac:chgData name="Gold, James" userId="991b8c9e-6a90-4e28-bbad-d98f35f1780c" providerId="ADAL" clId="{750E5B2A-3EA1-451A-A888-15A044D2B09B}" dt="2026-02-06T08:14:22.748" v="3317"/>
          <ac:spMkLst>
            <pc:docMk/>
            <pc:sldMk cId="292796269" sldId="273"/>
            <ac:spMk id="39" creationId="{BE0413E5-31DC-4CFC-2653-D1DA018DB8CE}"/>
          </ac:spMkLst>
        </pc:spChg>
        <pc:spChg chg="add mod">
          <ac:chgData name="Gold, James" userId="991b8c9e-6a90-4e28-bbad-d98f35f1780c" providerId="ADAL" clId="{750E5B2A-3EA1-451A-A888-15A044D2B09B}" dt="2026-02-06T08:14:22.748" v="3317"/>
          <ac:spMkLst>
            <pc:docMk/>
            <pc:sldMk cId="292796269" sldId="273"/>
            <ac:spMk id="40" creationId="{7AE03EBE-5E93-456F-4FA9-0E8D13FCABF3}"/>
          </ac:spMkLst>
        </pc:spChg>
        <pc:spChg chg="add mod">
          <ac:chgData name="Gold, James" userId="991b8c9e-6a90-4e28-bbad-d98f35f1780c" providerId="ADAL" clId="{750E5B2A-3EA1-451A-A888-15A044D2B09B}" dt="2026-02-06T08:14:22.748" v="3317"/>
          <ac:spMkLst>
            <pc:docMk/>
            <pc:sldMk cId="292796269" sldId="273"/>
            <ac:spMk id="41" creationId="{9F54C8A7-B371-C5FA-33F9-CD65BAC9AC2D}"/>
          </ac:spMkLst>
        </pc:spChg>
        <pc:spChg chg="add mod">
          <ac:chgData name="Gold, James" userId="991b8c9e-6a90-4e28-bbad-d98f35f1780c" providerId="ADAL" clId="{750E5B2A-3EA1-451A-A888-15A044D2B09B}" dt="2026-02-06T08:14:22.748" v="3317"/>
          <ac:spMkLst>
            <pc:docMk/>
            <pc:sldMk cId="292796269" sldId="273"/>
            <ac:spMk id="42" creationId="{7974AACC-95D4-D9A9-C91C-3AB9F959BD90}"/>
          </ac:spMkLst>
        </pc:spChg>
        <pc:spChg chg="add mod">
          <ac:chgData name="Gold, James" userId="991b8c9e-6a90-4e28-bbad-d98f35f1780c" providerId="ADAL" clId="{750E5B2A-3EA1-451A-A888-15A044D2B09B}" dt="2026-02-06T08:14:22.748" v="3317"/>
          <ac:spMkLst>
            <pc:docMk/>
            <pc:sldMk cId="292796269" sldId="273"/>
            <ac:spMk id="44" creationId="{B418CAAA-0121-7F6C-22C6-8A2FA58AAD5E}"/>
          </ac:spMkLst>
        </pc:spChg>
        <pc:spChg chg="add mod">
          <ac:chgData name="Gold, James" userId="991b8c9e-6a90-4e28-bbad-d98f35f1780c" providerId="ADAL" clId="{750E5B2A-3EA1-451A-A888-15A044D2B09B}" dt="2026-02-06T08:14:22.748" v="3317"/>
          <ac:spMkLst>
            <pc:docMk/>
            <pc:sldMk cId="292796269" sldId="273"/>
            <ac:spMk id="46" creationId="{CEE702B1-48C9-C084-B91C-20762D10403D}"/>
          </ac:spMkLst>
        </pc:spChg>
        <pc:spChg chg="add mod">
          <ac:chgData name="Gold, James" userId="991b8c9e-6a90-4e28-bbad-d98f35f1780c" providerId="ADAL" clId="{750E5B2A-3EA1-451A-A888-15A044D2B09B}" dt="2026-02-06T08:14:22.748" v="3317"/>
          <ac:spMkLst>
            <pc:docMk/>
            <pc:sldMk cId="292796269" sldId="273"/>
            <ac:spMk id="47" creationId="{9C1ABCA3-DFC4-46C8-7061-7DBCC1315684}"/>
          </ac:spMkLst>
        </pc:spChg>
        <pc:spChg chg="add mod">
          <ac:chgData name="Gold, James" userId="991b8c9e-6a90-4e28-bbad-d98f35f1780c" providerId="ADAL" clId="{750E5B2A-3EA1-451A-A888-15A044D2B09B}" dt="2026-02-06T08:14:22.748" v="3317"/>
          <ac:spMkLst>
            <pc:docMk/>
            <pc:sldMk cId="292796269" sldId="273"/>
            <ac:spMk id="49" creationId="{9E9EF75E-3351-47F1-6BE5-7ACD49001BAE}"/>
          </ac:spMkLst>
        </pc:spChg>
        <pc:spChg chg="add mod">
          <ac:chgData name="Gold, James" userId="991b8c9e-6a90-4e28-bbad-d98f35f1780c" providerId="ADAL" clId="{750E5B2A-3EA1-451A-A888-15A044D2B09B}" dt="2026-02-06T08:14:22.748" v="3317"/>
          <ac:spMkLst>
            <pc:docMk/>
            <pc:sldMk cId="292796269" sldId="273"/>
            <ac:spMk id="52" creationId="{9A65C79F-F0B3-A7F3-9EC0-55E5CD5983B1}"/>
          </ac:spMkLst>
        </pc:spChg>
        <pc:cxnChg chg="mod">
          <ac:chgData name="Gold, James" userId="991b8c9e-6a90-4e28-bbad-d98f35f1780c" providerId="ADAL" clId="{750E5B2A-3EA1-451A-A888-15A044D2B09B}" dt="2026-02-06T08:14:28.387" v="3318" actId="1076"/>
          <ac:cxnSpMkLst>
            <pc:docMk/>
            <pc:sldMk cId="292796269" sldId="273"/>
            <ac:cxnSpMk id="38" creationId="{C9D9A0F8-D286-CC15-0655-197538EC069E}"/>
          </ac:cxnSpMkLst>
        </pc:cxnChg>
      </pc:sldChg>
      <pc:sldChg chg="addSp delSp modSp mod modNotes">
        <pc:chgData name="Gold, James" userId="991b8c9e-6a90-4e28-bbad-d98f35f1780c" providerId="ADAL" clId="{750E5B2A-3EA1-451A-A888-15A044D2B09B}" dt="2026-02-08T04:06:11.058" v="4407" actId="20577"/>
        <pc:sldMkLst>
          <pc:docMk/>
          <pc:sldMk cId="1926544712" sldId="274"/>
        </pc:sldMkLst>
        <pc:spChg chg="add mod">
          <ac:chgData name="Gold, James" userId="991b8c9e-6a90-4e28-bbad-d98f35f1780c" providerId="ADAL" clId="{750E5B2A-3EA1-451A-A888-15A044D2B09B}" dt="2026-02-08T03:25:04.345" v="4307" actId="20577"/>
          <ac:spMkLst>
            <pc:docMk/>
            <pc:sldMk cId="1926544712" sldId="274"/>
            <ac:spMk id="3" creationId="{E240D4FC-E94A-5DA3-0400-758C55D46B03}"/>
          </ac:spMkLst>
        </pc:spChg>
        <pc:spChg chg="add mod">
          <ac:chgData name="Gold, James" userId="991b8c9e-6a90-4e28-bbad-d98f35f1780c" providerId="ADAL" clId="{750E5B2A-3EA1-451A-A888-15A044D2B09B}" dt="2026-02-08T04:06:11.058" v="4407" actId="20577"/>
          <ac:spMkLst>
            <pc:docMk/>
            <pc:sldMk cId="1926544712" sldId="274"/>
            <ac:spMk id="5" creationId="{86A22FEA-2BAB-EBA9-7490-48600AACD1C4}"/>
          </ac:spMkLst>
        </pc:spChg>
      </pc:sldChg>
      <pc:sldChg chg="modSp add mod">
        <pc:chgData name="Gold, James" userId="991b8c9e-6a90-4e28-bbad-d98f35f1780c" providerId="ADAL" clId="{750E5B2A-3EA1-451A-A888-15A044D2B09B}" dt="2026-02-08T03:25:09.933" v="4323" actId="20577"/>
        <pc:sldMkLst>
          <pc:docMk/>
          <pc:sldMk cId="2422174872" sldId="279"/>
        </pc:sldMkLst>
        <pc:spChg chg="mod">
          <ac:chgData name="Gold, James" userId="991b8c9e-6a90-4e28-bbad-d98f35f1780c" providerId="ADAL" clId="{750E5B2A-3EA1-451A-A888-15A044D2B09B}" dt="2026-02-08T03:25:09.933" v="4323" actId="20577"/>
          <ac:spMkLst>
            <pc:docMk/>
            <pc:sldMk cId="2422174872" sldId="279"/>
            <ac:spMk id="3" creationId="{00E1558C-85D7-2B4C-91B9-8188CFFBFC11}"/>
          </ac:spMkLst>
        </pc:spChg>
        <pc:spChg chg="mod">
          <ac:chgData name="Gold, James" userId="991b8c9e-6a90-4e28-bbad-d98f35f1780c" providerId="ADAL" clId="{750E5B2A-3EA1-451A-A888-15A044D2B09B}" dt="2026-02-06T08:31:44.921" v="3886" actId="20577"/>
          <ac:spMkLst>
            <pc:docMk/>
            <pc:sldMk cId="2422174872" sldId="279"/>
            <ac:spMk id="5" creationId="{8576C678-F8D5-DC7E-9118-2EF006B89D45}"/>
          </ac:spMkLst>
        </pc:spChg>
      </pc:sldChg>
      <pc:sldChg chg="modSp add mod modNotesTx">
        <pc:chgData name="Gold, James" userId="991b8c9e-6a90-4e28-bbad-d98f35f1780c" providerId="ADAL" clId="{750E5B2A-3EA1-451A-A888-15A044D2B09B}" dt="2026-02-06T08:40:35.633" v="4273"/>
        <pc:sldMkLst>
          <pc:docMk/>
          <pc:sldMk cId="204782408" sldId="281"/>
        </pc:sldMkLst>
        <pc:spChg chg="mod">
          <ac:chgData name="Gold, James" userId="991b8c9e-6a90-4e28-bbad-d98f35f1780c" providerId="ADAL" clId="{750E5B2A-3EA1-451A-A888-15A044D2B09B}" dt="2026-02-06T08:32:53.992" v="3947"/>
          <ac:spMkLst>
            <pc:docMk/>
            <pc:sldMk cId="204782408" sldId="281"/>
            <ac:spMk id="3" creationId="{A3C4CEFA-56EA-5F9C-FEE9-6B22C197E316}"/>
          </ac:spMkLst>
        </pc:spChg>
        <pc:spChg chg="mod">
          <ac:chgData name="Gold, James" userId="991b8c9e-6a90-4e28-bbad-d98f35f1780c" providerId="ADAL" clId="{750E5B2A-3EA1-451A-A888-15A044D2B09B}" dt="2026-02-06T08:40:35.633" v="4273"/>
          <ac:spMkLst>
            <pc:docMk/>
            <pc:sldMk cId="204782408" sldId="281"/>
            <ac:spMk id="5" creationId="{669399E9-FB66-E925-9CB0-5F36BD144CB1}"/>
          </ac:spMkLst>
        </pc:spChg>
      </pc:sldChg>
      <pc:sldMasterChg chg="modSp delSldLayout modSldLayout">
        <pc:chgData name="Gold, James" userId="991b8c9e-6a90-4e28-bbad-d98f35f1780c" providerId="ADAL" clId="{750E5B2A-3EA1-451A-A888-15A044D2B09B}" dt="2026-02-06T08:40:44.282" v="4274" actId="47"/>
        <pc:sldMasterMkLst>
          <pc:docMk/>
          <pc:sldMasterMk cId="4244777436" sldId="2147483663"/>
        </pc:sldMasterMkLst>
        <pc:spChg chg="mod">
          <ac:chgData name="Gold, James" userId="991b8c9e-6a90-4e28-bbad-d98f35f1780c" providerId="ADAL" clId="{750E5B2A-3EA1-451A-A888-15A044D2B09B}" dt="2026-02-06T08:14:22.748" v="3317"/>
          <ac:spMkLst>
            <pc:docMk/>
            <pc:sldMasterMk cId="4244777436" sldId="2147483663"/>
            <ac:spMk id="6" creationId="{00000000-0000-0000-0000-000000000000}"/>
          </ac:spMkLst>
        </pc:spChg>
        <pc:spChg chg="mod">
          <ac:chgData name="Gold, James" userId="991b8c9e-6a90-4e28-bbad-d98f35f1780c" providerId="ADAL" clId="{750E5B2A-3EA1-451A-A888-15A044D2B09B}" dt="2026-02-06T08:14:22.748" v="3317"/>
          <ac:spMkLst>
            <pc:docMk/>
            <pc:sldMasterMk cId="4244777436" sldId="2147483663"/>
            <ac:spMk id="7" creationId="{00000000-0000-0000-0000-000000000000}"/>
          </ac:spMkLst>
        </pc:spChg>
        <pc:spChg chg="mod">
          <ac:chgData name="Gold, James" userId="991b8c9e-6a90-4e28-bbad-d98f35f1780c" providerId="ADAL" clId="{750E5B2A-3EA1-451A-A888-15A044D2B09B}" dt="2026-02-06T08:14:22.748" v="3317"/>
          <ac:spMkLst>
            <pc:docMk/>
            <pc:sldMasterMk cId="4244777436" sldId="2147483663"/>
            <ac:spMk id="9" creationId="{00000000-0000-0000-0000-000000000000}"/>
          </ac:spMkLst>
        </pc:spChg>
        <pc:grpChg chg="mod">
          <ac:chgData name="Gold, James" userId="991b8c9e-6a90-4e28-bbad-d98f35f1780c" providerId="ADAL" clId="{750E5B2A-3EA1-451A-A888-15A044D2B09B}" dt="2026-02-06T08:14:22.748" v="3317"/>
          <ac:grpSpMkLst>
            <pc:docMk/>
            <pc:sldMasterMk cId="4244777436" sldId="2147483663"/>
            <ac:grpSpMk id="8" creationId="{00000000-0000-0000-0000-000000000000}"/>
          </ac:grpSpMkLst>
        </pc:grpChg>
        <pc:picChg chg="mod">
          <ac:chgData name="Gold, James" userId="991b8c9e-6a90-4e28-bbad-d98f35f1780c" providerId="ADAL" clId="{750E5B2A-3EA1-451A-A888-15A044D2B09B}" dt="2026-02-06T08:14:22.748" v="3317"/>
          <ac:picMkLst>
            <pc:docMk/>
            <pc:sldMasterMk cId="4244777436" sldId="2147483663"/>
            <ac:picMk id="11" creationId="{00000000-0000-0000-0000-000000000000}"/>
          </ac:picMkLst>
        </pc:picChg>
        <pc:cxnChg chg="mod">
          <ac:chgData name="Gold, James" userId="991b8c9e-6a90-4e28-bbad-d98f35f1780c" providerId="ADAL" clId="{750E5B2A-3EA1-451A-A888-15A044D2B09B}" dt="2026-02-06T08:14:22.748" v="3317"/>
          <ac:cxnSpMkLst>
            <pc:docMk/>
            <pc:sldMasterMk cId="4244777436" sldId="2147483663"/>
            <ac:cxnSpMk id="10" creationId="{00000000-0000-0000-0000-000000000000}"/>
          </ac:cxnSpMkLst>
        </pc:cxn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3922828382" sldId="2147483664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922828382" sldId="2147483664"/>
              <ac:spMk id="18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922828382" sldId="2147483664"/>
              <ac:spMk id="21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922828382" sldId="2147483664"/>
              <ac:spMk id="24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922828382" sldId="2147483664"/>
              <ac:spMk id="26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922828382" sldId="2147483664"/>
              <ac:spMk id="27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922828382" sldId="2147483664"/>
              <ac:spMk id="34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922828382" sldId="2147483664"/>
              <ac:spMk id="36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922828382" sldId="2147483664"/>
              <ac:spMk id="37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922828382" sldId="2147483664"/>
              <ac:spMk id="40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922828382" sldId="2147483664"/>
              <ac:spMk id="41" creationId="{00000000-0000-0000-0000-000000000000}"/>
            </ac:spMkLst>
          </pc:sp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2778286719" sldId="2147483665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778286719" sldId="2147483665"/>
              <ac:spMk id="47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778286719" sldId="2147483665"/>
              <ac:spMk id="48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778286719" sldId="2147483665"/>
              <ac:spMk id="49" creationId="{00000000-0000-0000-0000-000000000000}"/>
            </ac:spMkLst>
          </pc:spChg>
          <pc:picChg chg="mod">
            <ac:chgData name="Gold, James" userId="991b8c9e-6a90-4e28-bbad-d98f35f1780c" providerId="ADAL" clId="{750E5B2A-3EA1-451A-A888-15A044D2B09B}" dt="2026-02-06T08:14:22.748" v="3317"/>
            <ac:picMkLst>
              <pc:docMk/>
              <pc:sldMasterMk cId="4244777436" sldId="2147483663"/>
              <pc:sldLayoutMk cId="2778286719" sldId="2147483665"/>
              <ac:picMk id="50" creationId="{00000000-0000-0000-0000-000000000000}"/>
            </ac:picMkLst>
          </pc:pic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1316322291" sldId="2147483666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316322291" sldId="2147483666"/>
              <ac:spMk id="52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316322291" sldId="2147483666"/>
              <ac:spMk id="53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316322291" sldId="2147483666"/>
              <ac:spMk id="55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316322291" sldId="2147483666"/>
              <ac:spMk id="56" creationId="{00000000-0000-0000-0000-000000000000}"/>
            </ac:spMkLst>
          </pc:spChg>
          <pc:picChg chg="mod">
            <ac:chgData name="Gold, James" userId="991b8c9e-6a90-4e28-bbad-d98f35f1780c" providerId="ADAL" clId="{750E5B2A-3EA1-451A-A888-15A044D2B09B}" dt="2026-02-06T08:14:22.748" v="3317"/>
            <ac:picMkLst>
              <pc:docMk/>
              <pc:sldMasterMk cId="4244777436" sldId="2147483663"/>
              <pc:sldLayoutMk cId="1316322291" sldId="2147483666"/>
              <ac:picMk id="54" creationId="{00000000-0000-0000-0000-000000000000}"/>
            </ac:picMkLst>
          </pc:pic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2709023350" sldId="2147483667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709023350" sldId="2147483667"/>
              <ac:spMk id="58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709023350" sldId="2147483667"/>
              <ac:spMk id="59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709023350" sldId="2147483667"/>
              <ac:spMk id="60" creationId="{00000000-0000-0000-0000-000000000000}"/>
            </ac:spMkLst>
          </pc:spChg>
          <pc:picChg chg="mod">
            <ac:chgData name="Gold, James" userId="991b8c9e-6a90-4e28-bbad-d98f35f1780c" providerId="ADAL" clId="{750E5B2A-3EA1-451A-A888-15A044D2B09B}" dt="2026-02-06T08:14:22.748" v="3317"/>
            <ac:picMkLst>
              <pc:docMk/>
              <pc:sldMasterMk cId="4244777436" sldId="2147483663"/>
              <pc:sldLayoutMk cId="2709023350" sldId="2147483667"/>
              <ac:picMk id="61" creationId="{00000000-0000-0000-0000-000000000000}"/>
            </ac:picMkLst>
          </pc:pic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156943828" sldId="2147483668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56943828" sldId="2147483668"/>
              <ac:spMk id="63" creationId="{00000000-0000-0000-0000-000000000000}"/>
            </ac:spMkLst>
          </pc:sp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2737562341" sldId="2147483669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737562341" sldId="2147483669"/>
              <ac:spMk id="65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737562341" sldId="2147483669"/>
              <ac:spMk id="66" creationId="{00000000-0000-0000-0000-000000000000}"/>
            </ac:spMkLst>
          </pc:sp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459410777" sldId="2147483670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459410777" sldId="2147483670"/>
              <ac:spMk id="68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459410777" sldId="2147483670"/>
              <ac:spMk id="69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459410777" sldId="2147483670"/>
              <ac:spMk id="70" creationId="{00000000-0000-0000-0000-000000000000}"/>
            </ac:spMkLst>
          </pc:sp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2277353089" sldId="2147483671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277353089" sldId="2147483671"/>
              <ac:spMk id="72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277353089" sldId="2147483671"/>
              <ac:spMk id="73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277353089" sldId="2147483671"/>
              <ac:spMk id="74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277353089" sldId="2147483671"/>
              <ac:spMk id="75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277353089" sldId="2147483671"/>
              <ac:spMk id="76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277353089" sldId="2147483671"/>
              <ac:spMk id="77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277353089" sldId="2147483671"/>
              <ac:spMk id="78" creationId="{00000000-0000-0000-0000-000000000000}"/>
            </ac:spMkLst>
          </pc:sp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118923330" sldId="2147483672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18923330" sldId="2147483672"/>
              <ac:spMk id="80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18923330" sldId="2147483672"/>
              <ac:spMk id="81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18923330" sldId="2147483672"/>
              <ac:spMk id="82" creationId="{00000000-0000-0000-0000-000000000000}"/>
            </ac:spMkLst>
          </pc:sp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2609962087" sldId="2147483673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609962087" sldId="2147483673"/>
              <ac:spMk id="84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609962087" sldId="2147483673"/>
              <ac:spMk id="85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609962087" sldId="2147483673"/>
              <ac:spMk id="87" creationId="{00000000-0000-0000-0000-000000000000}"/>
            </ac:spMkLst>
          </pc:spChg>
          <pc:grpChg chg="mod">
            <ac:chgData name="Gold, James" userId="991b8c9e-6a90-4e28-bbad-d98f35f1780c" providerId="ADAL" clId="{750E5B2A-3EA1-451A-A888-15A044D2B09B}" dt="2026-02-06T08:14:22.748" v="3317"/>
            <ac:grpSpMkLst>
              <pc:docMk/>
              <pc:sldMasterMk cId="4244777436" sldId="2147483663"/>
              <pc:sldLayoutMk cId="2609962087" sldId="2147483673"/>
              <ac:grpSpMk id="86" creationId="{00000000-0000-0000-0000-000000000000}"/>
            </ac:grpSpMkLst>
          </pc:grpChg>
          <pc:cxnChg chg="mod">
            <ac:chgData name="Gold, James" userId="991b8c9e-6a90-4e28-bbad-d98f35f1780c" providerId="ADAL" clId="{750E5B2A-3EA1-451A-A888-15A044D2B09B}" dt="2026-02-06T08:14:22.748" v="3317"/>
            <ac:cxnSpMkLst>
              <pc:docMk/>
              <pc:sldMasterMk cId="4244777436" sldId="2147483663"/>
              <pc:sldLayoutMk cId="2609962087" sldId="2147483673"/>
              <ac:cxnSpMk id="88" creationId="{00000000-0000-0000-0000-000000000000}"/>
            </ac:cxnSpMkLst>
          </pc:cxn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675012178" sldId="2147483674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675012178" sldId="2147483674"/>
              <ac:spMk id="90" creationId="{00000000-0000-0000-0000-000000000000}"/>
            </ac:spMkLst>
          </pc:sp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1248986777" sldId="2147483675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248986777" sldId="2147483675"/>
              <ac:spMk id="92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248986777" sldId="2147483675"/>
              <ac:spMk id="93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248986777" sldId="2147483675"/>
              <ac:spMk id="95" creationId="{00000000-0000-0000-0000-000000000000}"/>
            </ac:spMkLst>
          </pc:spChg>
          <pc:grpChg chg="mod">
            <ac:chgData name="Gold, James" userId="991b8c9e-6a90-4e28-bbad-d98f35f1780c" providerId="ADAL" clId="{750E5B2A-3EA1-451A-A888-15A044D2B09B}" dt="2026-02-06T08:14:22.748" v="3317"/>
            <ac:grpSpMkLst>
              <pc:docMk/>
              <pc:sldMasterMk cId="4244777436" sldId="2147483663"/>
              <pc:sldLayoutMk cId="1248986777" sldId="2147483675"/>
              <ac:grpSpMk id="94" creationId="{00000000-0000-0000-0000-000000000000}"/>
            </ac:grpSpMkLst>
          </pc:grpChg>
          <pc:cxnChg chg="mod">
            <ac:chgData name="Gold, James" userId="991b8c9e-6a90-4e28-bbad-d98f35f1780c" providerId="ADAL" clId="{750E5B2A-3EA1-451A-A888-15A044D2B09B}" dt="2026-02-06T08:14:22.748" v="3317"/>
            <ac:cxnSpMkLst>
              <pc:docMk/>
              <pc:sldMasterMk cId="4244777436" sldId="2147483663"/>
              <pc:sldLayoutMk cId="1248986777" sldId="2147483675"/>
              <ac:cxnSpMk id="96" creationId="{00000000-0000-0000-0000-000000000000}"/>
            </ac:cxnSpMkLst>
          </pc:cxn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2307746766" sldId="2147483676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307746766" sldId="2147483676"/>
              <ac:spMk id="98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307746766" sldId="2147483676"/>
              <ac:spMk id="99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307746766" sldId="2147483676"/>
              <ac:spMk id="100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307746766" sldId="2147483676"/>
              <ac:spMk id="103" creationId="{00000000-0000-0000-0000-000000000000}"/>
            </ac:spMkLst>
          </pc:spChg>
          <pc:grpChg chg="mod">
            <ac:chgData name="Gold, James" userId="991b8c9e-6a90-4e28-bbad-d98f35f1780c" providerId="ADAL" clId="{750E5B2A-3EA1-451A-A888-15A044D2B09B}" dt="2026-02-06T08:14:22.748" v="3317"/>
            <ac:grpSpMkLst>
              <pc:docMk/>
              <pc:sldMasterMk cId="4244777436" sldId="2147483663"/>
              <pc:sldLayoutMk cId="2307746766" sldId="2147483676"/>
              <ac:grpSpMk id="102" creationId="{00000000-0000-0000-0000-000000000000}"/>
            </ac:grpSpMkLst>
          </pc:grpChg>
          <pc:picChg chg="mod">
            <ac:chgData name="Gold, James" userId="991b8c9e-6a90-4e28-bbad-d98f35f1780c" providerId="ADAL" clId="{750E5B2A-3EA1-451A-A888-15A044D2B09B}" dt="2026-02-06T08:14:22.748" v="3317"/>
            <ac:picMkLst>
              <pc:docMk/>
              <pc:sldMasterMk cId="4244777436" sldId="2147483663"/>
              <pc:sldLayoutMk cId="2307746766" sldId="2147483676"/>
              <ac:picMk id="101" creationId="{00000000-0000-0000-0000-000000000000}"/>
            </ac:picMkLst>
          </pc:picChg>
          <pc:cxnChg chg="mod">
            <ac:chgData name="Gold, James" userId="991b8c9e-6a90-4e28-bbad-d98f35f1780c" providerId="ADAL" clId="{750E5B2A-3EA1-451A-A888-15A044D2B09B}" dt="2026-02-06T08:14:22.748" v="3317"/>
            <ac:cxnSpMkLst>
              <pc:docMk/>
              <pc:sldMasterMk cId="4244777436" sldId="2147483663"/>
              <pc:sldLayoutMk cId="2307746766" sldId="2147483676"/>
              <ac:cxnSpMk id="104" creationId="{00000000-0000-0000-0000-000000000000}"/>
            </ac:cxnSpMkLst>
          </pc:cxn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217292425" sldId="2147483677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217292425" sldId="2147483677"/>
              <ac:spMk id="106" creationId="{00000000-0000-0000-0000-000000000000}"/>
            </ac:spMkLst>
          </pc:sp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477313641" sldId="2147483678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477313641" sldId="2147483678"/>
              <ac:spMk id="108" creationId="{00000000-0000-0000-0000-000000000000}"/>
            </ac:spMkLst>
          </pc:sp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3702294655" sldId="2147483679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702294655" sldId="2147483679"/>
              <ac:spMk id="110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702294655" sldId="2147483679"/>
              <ac:spMk id="111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702294655" sldId="2147483679"/>
              <ac:spMk id="113" creationId="{00000000-0000-0000-0000-000000000000}"/>
            </ac:spMkLst>
          </pc:spChg>
          <pc:grpChg chg="mod">
            <ac:chgData name="Gold, James" userId="991b8c9e-6a90-4e28-bbad-d98f35f1780c" providerId="ADAL" clId="{750E5B2A-3EA1-451A-A888-15A044D2B09B}" dt="2026-02-06T08:14:22.748" v="3317"/>
            <ac:grpSpMkLst>
              <pc:docMk/>
              <pc:sldMasterMk cId="4244777436" sldId="2147483663"/>
              <pc:sldLayoutMk cId="3702294655" sldId="2147483679"/>
              <ac:grpSpMk id="112" creationId="{00000000-0000-0000-0000-000000000000}"/>
            </ac:grpSpMkLst>
          </pc:grpChg>
          <pc:cxnChg chg="mod">
            <ac:chgData name="Gold, James" userId="991b8c9e-6a90-4e28-bbad-d98f35f1780c" providerId="ADAL" clId="{750E5B2A-3EA1-451A-A888-15A044D2B09B}" dt="2026-02-06T08:14:22.748" v="3317"/>
            <ac:cxnSpMkLst>
              <pc:docMk/>
              <pc:sldMasterMk cId="4244777436" sldId="2147483663"/>
              <pc:sldLayoutMk cId="3702294655" sldId="2147483679"/>
              <ac:cxnSpMk id="114" creationId="{00000000-0000-0000-0000-000000000000}"/>
            </ac:cxnSpMkLst>
          </pc:cxn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1146141877" sldId="2147483682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146141877" sldId="2147483682"/>
              <ac:spMk id="122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146141877" sldId="2147483682"/>
              <ac:spMk id="123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146141877" sldId="2147483682"/>
              <ac:spMk id="124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146141877" sldId="2147483682"/>
              <ac:spMk id="125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146141877" sldId="2147483682"/>
              <ac:spMk id="126" creationId="{00000000-0000-0000-0000-000000000000}"/>
            </ac:spMkLst>
          </pc:sp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3686478938" sldId="2147483683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686478938" sldId="2147483683"/>
              <ac:spMk id="128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686478938" sldId="2147483683"/>
              <ac:spMk id="130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686478938" sldId="2147483683"/>
              <ac:spMk id="131" creationId="{00000000-0000-0000-0000-000000000000}"/>
            </ac:spMkLst>
          </pc:spChg>
          <pc:cxnChg chg="mod">
            <ac:chgData name="Gold, James" userId="991b8c9e-6a90-4e28-bbad-d98f35f1780c" providerId="ADAL" clId="{750E5B2A-3EA1-451A-A888-15A044D2B09B}" dt="2026-02-06T08:14:22.748" v="3317"/>
            <ac:cxnSpMkLst>
              <pc:docMk/>
              <pc:sldMasterMk cId="4244777436" sldId="2147483663"/>
              <pc:sldLayoutMk cId="3686478938" sldId="2147483683"/>
              <ac:cxnSpMk id="129" creationId="{00000000-0000-0000-0000-000000000000}"/>
            </ac:cxnSpMkLst>
          </pc:cxn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958011723" sldId="2147483684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958011723" sldId="2147483684"/>
              <ac:spMk id="133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958011723" sldId="2147483684"/>
              <ac:spMk id="134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958011723" sldId="2147483684"/>
              <ac:spMk id="135" creationId="{00000000-0000-0000-0000-000000000000}"/>
            </ac:spMkLst>
          </pc:spChg>
          <pc:picChg chg="mod">
            <ac:chgData name="Gold, James" userId="991b8c9e-6a90-4e28-bbad-d98f35f1780c" providerId="ADAL" clId="{750E5B2A-3EA1-451A-A888-15A044D2B09B}" dt="2026-02-06T08:14:22.748" v="3317"/>
            <ac:picMkLst>
              <pc:docMk/>
              <pc:sldMasterMk cId="4244777436" sldId="2147483663"/>
              <pc:sldLayoutMk cId="958011723" sldId="2147483684"/>
              <ac:picMk id="136" creationId="{00000000-0000-0000-0000-000000000000}"/>
            </ac:picMkLst>
          </pc:pic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108644828" sldId="2147483685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08644828" sldId="2147483685"/>
              <ac:spMk id="138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08644828" sldId="2147483685"/>
              <ac:spMk id="139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08644828" sldId="2147483685"/>
              <ac:spMk id="140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108644828" sldId="2147483685"/>
              <ac:spMk id="142" creationId="{00000000-0000-0000-0000-000000000000}"/>
            </ac:spMkLst>
          </pc:spChg>
          <pc:grpChg chg="mod">
            <ac:chgData name="Gold, James" userId="991b8c9e-6a90-4e28-bbad-d98f35f1780c" providerId="ADAL" clId="{750E5B2A-3EA1-451A-A888-15A044D2B09B}" dt="2026-02-06T08:14:22.748" v="3317"/>
            <ac:grpSpMkLst>
              <pc:docMk/>
              <pc:sldMasterMk cId="4244777436" sldId="2147483663"/>
              <pc:sldLayoutMk cId="108644828" sldId="2147483685"/>
              <ac:grpSpMk id="141" creationId="{00000000-0000-0000-0000-000000000000}"/>
            </ac:grpSpMkLst>
          </pc:grpChg>
          <pc:cxnChg chg="mod">
            <ac:chgData name="Gold, James" userId="991b8c9e-6a90-4e28-bbad-d98f35f1780c" providerId="ADAL" clId="{750E5B2A-3EA1-451A-A888-15A044D2B09B}" dt="2026-02-06T08:14:22.748" v="3317"/>
            <ac:cxnSpMkLst>
              <pc:docMk/>
              <pc:sldMasterMk cId="4244777436" sldId="2147483663"/>
              <pc:sldLayoutMk cId="108644828" sldId="2147483685"/>
              <ac:cxnSpMk id="143" creationId="{00000000-0000-0000-0000-000000000000}"/>
            </ac:cxnSpMkLst>
          </pc:cxnChg>
        </pc:sldLayoutChg>
        <pc:sldLayoutChg chg="modSp">
          <pc:chgData name="Gold, James" userId="991b8c9e-6a90-4e28-bbad-d98f35f1780c" providerId="ADAL" clId="{750E5B2A-3EA1-451A-A888-15A044D2B09B}" dt="2026-02-06T08:14:22.748" v="3317"/>
          <pc:sldLayoutMkLst>
            <pc:docMk/>
            <pc:sldMasterMk cId="4244777436" sldId="2147483663"/>
            <pc:sldLayoutMk cId="3117677175" sldId="2147483686"/>
          </pc:sldLayoutMkLst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117677175" sldId="2147483686"/>
              <ac:spMk id="145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117677175" sldId="2147483686"/>
              <ac:spMk id="146" creationId="{00000000-0000-0000-0000-000000000000}"/>
            </ac:spMkLst>
          </pc:spChg>
          <pc:spChg chg="mod">
            <ac:chgData name="Gold, James" userId="991b8c9e-6a90-4e28-bbad-d98f35f1780c" providerId="ADAL" clId="{750E5B2A-3EA1-451A-A888-15A044D2B09B}" dt="2026-02-06T08:14:22.748" v="3317"/>
            <ac:spMkLst>
              <pc:docMk/>
              <pc:sldMasterMk cId="4244777436" sldId="2147483663"/>
              <pc:sldLayoutMk cId="3117677175" sldId="2147483686"/>
              <ac:spMk id="147" creationId="{00000000-0000-0000-0000-000000000000}"/>
            </ac:spMkLst>
          </pc:spChg>
          <pc:picChg chg="mod">
            <ac:chgData name="Gold, James" userId="991b8c9e-6a90-4e28-bbad-d98f35f1780c" providerId="ADAL" clId="{750E5B2A-3EA1-451A-A888-15A044D2B09B}" dt="2026-02-06T08:14:22.748" v="3317"/>
            <ac:picMkLst>
              <pc:docMk/>
              <pc:sldMasterMk cId="4244777436" sldId="2147483663"/>
              <pc:sldLayoutMk cId="3117677175" sldId="2147483686"/>
              <ac:picMk id="148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B3A5A-BF29-4AFB-994E-970E687E0DA1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5665A-08B3-4DA8-A6FA-1140E7015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3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f13a15dbe_1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f13a15dbe_1_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F4D68611-9131-0891-F645-A66A49BDD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f13a15dbe_1_646:notes">
            <a:extLst>
              <a:ext uri="{FF2B5EF4-FFF2-40B4-BE49-F238E27FC236}">
                <a16:creationId xmlns:a16="http://schemas.microsoft.com/office/drawing/2014/main" id="{0C1FB8ED-97CE-B3A3-3468-8A9D5309AD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f13a15dbe_1_646:notes">
            <a:extLst>
              <a:ext uri="{FF2B5EF4-FFF2-40B4-BE49-F238E27FC236}">
                <a16:creationId xmlns:a16="http://schemas.microsoft.com/office/drawing/2014/main" id="{A961649A-7C0F-457E-9D42-04D7B08BAE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3439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AF22FED4-39F0-3B22-E3FD-89DCCE26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f13a15dbe_1_646:notes">
            <a:extLst>
              <a:ext uri="{FF2B5EF4-FFF2-40B4-BE49-F238E27FC236}">
                <a16:creationId xmlns:a16="http://schemas.microsoft.com/office/drawing/2014/main" id="{9F004C63-035A-E7FA-F64C-E4933A2A6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f13a15dbe_1_646:notes">
            <a:extLst>
              <a:ext uri="{FF2B5EF4-FFF2-40B4-BE49-F238E27FC236}">
                <a16:creationId xmlns:a16="http://schemas.microsoft.com/office/drawing/2014/main" id="{28F2F967-BC76-05B2-8E23-5FA213E8F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798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32FDA994-F617-95B4-C9D8-8C9CA0DEA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f13a15dbe_1_646:notes">
            <a:extLst>
              <a:ext uri="{FF2B5EF4-FFF2-40B4-BE49-F238E27FC236}">
                <a16:creationId xmlns:a16="http://schemas.microsoft.com/office/drawing/2014/main" id="{960EED4D-2EAC-9F64-B595-7E90C28052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f13a15dbe_1_646:notes">
            <a:extLst>
              <a:ext uri="{FF2B5EF4-FFF2-40B4-BE49-F238E27FC236}">
                <a16:creationId xmlns:a16="http://schemas.microsoft.com/office/drawing/2014/main" id="{971909A6-1FBB-3D98-3D15-69FD1D0DA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144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67F0FAB1-1CB6-EA0F-50EB-06F33D8E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f13a15dbe_1_646:notes">
            <a:extLst>
              <a:ext uri="{FF2B5EF4-FFF2-40B4-BE49-F238E27FC236}">
                <a16:creationId xmlns:a16="http://schemas.microsoft.com/office/drawing/2014/main" id="{387858AD-ADA0-BCC3-3EA7-D821C487DA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f13a15dbe_1_646:notes">
            <a:extLst>
              <a:ext uri="{FF2B5EF4-FFF2-40B4-BE49-F238E27FC236}">
                <a16:creationId xmlns:a16="http://schemas.microsoft.com/office/drawing/2014/main" id="{AAD8DDB9-F3BC-1E3C-F5A4-8441E6881A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Solve for velocity at obstacle height, then find xc-</a:t>
            </a:r>
            <a:r>
              <a:rPr lang="en-US" dirty="0" err="1"/>
              <a:t>lrunway</a:t>
            </a:r>
            <a:r>
              <a:rPr lang="en-US" dirty="0"/>
              <a:t> length using ballistic kinematics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0856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00274C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 rot="-5400000">
            <a:off x="10557496" y="4504773"/>
            <a:ext cx="2746293" cy="3788960"/>
          </a:xfrm>
          <a:prstGeom prst="rtTriangle">
            <a:avLst/>
          </a:prstGeom>
          <a:solidFill>
            <a:srgbClr val="FFCB0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4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39613" y="2999177"/>
            <a:ext cx="12580907" cy="281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3217" i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39596" y="1661059"/>
            <a:ext cx="5073933" cy="916254"/>
            <a:chOff x="426250" y="1300650"/>
            <a:chExt cx="3748325" cy="676950"/>
          </a:xfrm>
        </p:grpSpPr>
        <p:sp>
          <p:nvSpPr>
            <p:cNvPr id="16" name="Google Shape;16;p2"/>
            <p:cNvSpPr/>
            <p:nvPr/>
          </p:nvSpPr>
          <p:spPr>
            <a:xfrm>
              <a:off x="599075" y="1602200"/>
              <a:ext cx="213375" cy="296175"/>
            </a:xfrm>
            <a:custGeom>
              <a:avLst/>
              <a:gdLst/>
              <a:ahLst/>
              <a:cxnLst/>
              <a:rect l="l" t="t" r="r" b="b"/>
              <a:pathLst>
                <a:path w="8535" h="11847" extrusionOk="0">
                  <a:moveTo>
                    <a:pt x="1" y="1"/>
                  </a:moveTo>
                  <a:lnTo>
                    <a:pt x="1" y="11847"/>
                  </a:lnTo>
                  <a:lnTo>
                    <a:pt x="8534" y="11847"/>
                  </a:lnTo>
                  <a:lnTo>
                    <a:pt x="8534" y="9363"/>
                  </a:lnTo>
                  <a:lnTo>
                    <a:pt x="3241" y="9363"/>
                  </a:lnTo>
                  <a:lnTo>
                    <a:pt x="32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3125" y="1686825"/>
              <a:ext cx="239475" cy="215175"/>
            </a:xfrm>
            <a:custGeom>
              <a:avLst/>
              <a:gdLst/>
              <a:ahLst/>
              <a:cxnLst/>
              <a:rect l="l" t="t" r="r" b="b"/>
              <a:pathLst>
                <a:path w="9579" h="8607" extrusionOk="0">
                  <a:moveTo>
                    <a:pt x="4789" y="2197"/>
                  </a:moveTo>
                  <a:cubicBezTo>
                    <a:pt x="5906" y="2197"/>
                    <a:pt x="6482" y="2881"/>
                    <a:pt x="6482" y="4285"/>
                  </a:cubicBezTo>
                  <a:cubicBezTo>
                    <a:pt x="6482" y="5689"/>
                    <a:pt x="5906" y="6374"/>
                    <a:pt x="4789" y="6374"/>
                  </a:cubicBezTo>
                  <a:cubicBezTo>
                    <a:pt x="3673" y="6374"/>
                    <a:pt x="3133" y="5689"/>
                    <a:pt x="3133" y="4285"/>
                  </a:cubicBezTo>
                  <a:cubicBezTo>
                    <a:pt x="3133" y="2881"/>
                    <a:pt x="3673" y="2197"/>
                    <a:pt x="4789" y="2197"/>
                  </a:cubicBezTo>
                  <a:close/>
                  <a:moveTo>
                    <a:pt x="4789" y="0"/>
                  </a:moveTo>
                  <a:cubicBezTo>
                    <a:pt x="3817" y="0"/>
                    <a:pt x="2989" y="180"/>
                    <a:pt x="2269" y="505"/>
                  </a:cubicBezTo>
                  <a:cubicBezTo>
                    <a:pt x="1549" y="865"/>
                    <a:pt x="1009" y="1369"/>
                    <a:pt x="613" y="2017"/>
                  </a:cubicBezTo>
                  <a:cubicBezTo>
                    <a:pt x="217" y="2665"/>
                    <a:pt x="0" y="3421"/>
                    <a:pt x="0" y="4285"/>
                  </a:cubicBezTo>
                  <a:cubicBezTo>
                    <a:pt x="0" y="5149"/>
                    <a:pt x="217" y="5906"/>
                    <a:pt x="613" y="6554"/>
                  </a:cubicBezTo>
                  <a:cubicBezTo>
                    <a:pt x="1009" y="7238"/>
                    <a:pt x="1549" y="7706"/>
                    <a:pt x="2269" y="8066"/>
                  </a:cubicBezTo>
                  <a:cubicBezTo>
                    <a:pt x="2989" y="8426"/>
                    <a:pt x="3853" y="8606"/>
                    <a:pt x="4789" y="8606"/>
                  </a:cubicBezTo>
                  <a:cubicBezTo>
                    <a:pt x="5762" y="8606"/>
                    <a:pt x="6590" y="8426"/>
                    <a:pt x="7310" y="8066"/>
                  </a:cubicBezTo>
                  <a:cubicBezTo>
                    <a:pt x="8030" y="7706"/>
                    <a:pt x="8606" y="7238"/>
                    <a:pt x="8966" y="6554"/>
                  </a:cubicBezTo>
                  <a:cubicBezTo>
                    <a:pt x="9362" y="5906"/>
                    <a:pt x="9578" y="5149"/>
                    <a:pt x="9578" y="4285"/>
                  </a:cubicBezTo>
                  <a:cubicBezTo>
                    <a:pt x="9578" y="3421"/>
                    <a:pt x="9362" y="2665"/>
                    <a:pt x="8966" y="2017"/>
                  </a:cubicBezTo>
                  <a:cubicBezTo>
                    <a:pt x="8606" y="1369"/>
                    <a:pt x="8030" y="865"/>
                    <a:pt x="7310" y="505"/>
                  </a:cubicBezTo>
                  <a:cubicBezTo>
                    <a:pt x="6590" y="180"/>
                    <a:pt x="5762" y="0"/>
                    <a:pt x="47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097775" y="1686825"/>
              <a:ext cx="239475" cy="215175"/>
            </a:xfrm>
            <a:custGeom>
              <a:avLst/>
              <a:gdLst/>
              <a:ahLst/>
              <a:cxnLst/>
              <a:rect l="l" t="t" r="r" b="b"/>
              <a:pathLst>
                <a:path w="9579" h="8607" extrusionOk="0">
                  <a:moveTo>
                    <a:pt x="4789" y="2197"/>
                  </a:moveTo>
                  <a:cubicBezTo>
                    <a:pt x="5906" y="2197"/>
                    <a:pt x="6482" y="2881"/>
                    <a:pt x="6482" y="4285"/>
                  </a:cubicBezTo>
                  <a:cubicBezTo>
                    <a:pt x="6482" y="5689"/>
                    <a:pt x="5906" y="6374"/>
                    <a:pt x="4789" y="6374"/>
                  </a:cubicBezTo>
                  <a:cubicBezTo>
                    <a:pt x="3673" y="6374"/>
                    <a:pt x="3133" y="5689"/>
                    <a:pt x="3133" y="4285"/>
                  </a:cubicBezTo>
                  <a:cubicBezTo>
                    <a:pt x="3133" y="2881"/>
                    <a:pt x="3673" y="2197"/>
                    <a:pt x="4789" y="2197"/>
                  </a:cubicBezTo>
                  <a:close/>
                  <a:moveTo>
                    <a:pt x="4789" y="0"/>
                  </a:moveTo>
                  <a:cubicBezTo>
                    <a:pt x="3817" y="0"/>
                    <a:pt x="2989" y="180"/>
                    <a:pt x="2269" y="505"/>
                  </a:cubicBezTo>
                  <a:cubicBezTo>
                    <a:pt x="1549" y="865"/>
                    <a:pt x="1009" y="1369"/>
                    <a:pt x="613" y="2017"/>
                  </a:cubicBezTo>
                  <a:cubicBezTo>
                    <a:pt x="217" y="2665"/>
                    <a:pt x="1" y="3421"/>
                    <a:pt x="1" y="4285"/>
                  </a:cubicBezTo>
                  <a:cubicBezTo>
                    <a:pt x="1" y="5149"/>
                    <a:pt x="217" y="5906"/>
                    <a:pt x="613" y="6554"/>
                  </a:cubicBezTo>
                  <a:cubicBezTo>
                    <a:pt x="1009" y="7238"/>
                    <a:pt x="1549" y="7706"/>
                    <a:pt x="2269" y="8066"/>
                  </a:cubicBezTo>
                  <a:cubicBezTo>
                    <a:pt x="2989" y="8426"/>
                    <a:pt x="3853" y="8606"/>
                    <a:pt x="4789" y="8606"/>
                  </a:cubicBezTo>
                  <a:cubicBezTo>
                    <a:pt x="5762" y="8606"/>
                    <a:pt x="6590" y="8426"/>
                    <a:pt x="7310" y="8066"/>
                  </a:cubicBezTo>
                  <a:cubicBezTo>
                    <a:pt x="8030" y="7706"/>
                    <a:pt x="8606" y="7238"/>
                    <a:pt x="8966" y="6554"/>
                  </a:cubicBezTo>
                  <a:cubicBezTo>
                    <a:pt x="9362" y="5906"/>
                    <a:pt x="9578" y="5149"/>
                    <a:pt x="9578" y="4285"/>
                  </a:cubicBezTo>
                  <a:cubicBezTo>
                    <a:pt x="9578" y="3421"/>
                    <a:pt x="9362" y="2665"/>
                    <a:pt x="8966" y="2017"/>
                  </a:cubicBezTo>
                  <a:cubicBezTo>
                    <a:pt x="8606" y="1369"/>
                    <a:pt x="8030" y="865"/>
                    <a:pt x="7310" y="505"/>
                  </a:cubicBezTo>
                  <a:cubicBezTo>
                    <a:pt x="6590" y="180"/>
                    <a:pt x="5762" y="0"/>
                    <a:pt x="47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373225" y="1602200"/>
              <a:ext cx="245775" cy="296175"/>
            </a:xfrm>
            <a:custGeom>
              <a:avLst/>
              <a:gdLst/>
              <a:ahLst/>
              <a:cxnLst/>
              <a:rect l="l" t="t" r="r" b="b"/>
              <a:pathLst>
                <a:path w="9831" h="11847" extrusionOk="0">
                  <a:moveTo>
                    <a:pt x="1" y="1"/>
                  </a:moveTo>
                  <a:lnTo>
                    <a:pt x="1" y="11847"/>
                  </a:lnTo>
                  <a:lnTo>
                    <a:pt x="3133" y="11847"/>
                  </a:lnTo>
                  <a:lnTo>
                    <a:pt x="3133" y="8354"/>
                  </a:lnTo>
                  <a:lnTo>
                    <a:pt x="6050" y="11847"/>
                  </a:lnTo>
                  <a:lnTo>
                    <a:pt x="9830" y="11847"/>
                  </a:lnTo>
                  <a:lnTo>
                    <a:pt x="6302" y="7526"/>
                  </a:lnTo>
                  <a:lnTo>
                    <a:pt x="9722" y="3601"/>
                  </a:lnTo>
                  <a:lnTo>
                    <a:pt x="5978" y="3601"/>
                  </a:lnTo>
                  <a:lnTo>
                    <a:pt x="3133" y="6986"/>
                  </a:lnTo>
                  <a:lnTo>
                    <a:pt x="31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733300" y="1631925"/>
              <a:ext cx="172850" cy="270075"/>
            </a:xfrm>
            <a:custGeom>
              <a:avLst/>
              <a:gdLst/>
              <a:ahLst/>
              <a:cxnLst/>
              <a:rect l="l" t="t" r="r" b="b"/>
              <a:pathLst>
                <a:path w="6914" h="10803" extrusionOk="0">
                  <a:moveTo>
                    <a:pt x="1621" y="0"/>
                  </a:moveTo>
                  <a:lnTo>
                    <a:pt x="1621" y="2412"/>
                  </a:lnTo>
                  <a:lnTo>
                    <a:pt x="0" y="2412"/>
                  </a:lnTo>
                  <a:lnTo>
                    <a:pt x="0" y="4609"/>
                  </a:lnTo>
                  <a:lnTo>
                    <a:pt x="1621" y="4609"/>
                  </a:lnTo>
                  <a:lnTo>
                    <a:pt x="1621" y="7309"/>
                  </a:lnTo>
                  <a:cubicBezTo>
                    <a:pt x="1621" y="8498"/>
                    <a:pt x="1945" y="9398"/>
                    <a:pt x="2593" y="9938"/>
                  </a:cubicBezTo>
                  <a:cubicBezTo>
                    <a:pt x="3205" y="10514"/>
                    <a:pt x="4249" y="10802"/>
                    <a:pt x="5653" y="10802"/>
                  </a:cubicBezTo>
                  <a:cubicBezTo>
                    <a:pt x="6013" y="10802"/>
                    <a:pt x="6374" y="10766"/>
                    <a:pt x="6770" y="10730"/>
                  </a:cubicBezTo>
                  <a:lnTo>
                    <a:pt x="6914" y="8606"/>
                  </a:lnTo>
                  <a:lnTo>
                    <a:pt x="6914" y="8606"/>
                  </a:lnTo>
                  <a:cubicBezTo>
                    <a:pt x="6590" y="8642"/>
                    <a:pt x="6301" y="8642"/>
                    <a:pt x="6049" y="8642"/>
                  </a:cubicBezTo>
                  <a:cubicBezTo>
                    <a:pt x="5185" y="8642"/>
                    <a:pt x="4753" y="8210"/>
                    <a:pt x="4753" y="7345"/>
                  </a:cubicBezTo>
                  <a:lnTo>
                    <a:pt x="4753" y="4609"/>
                  </a:lnTo>
                  <a:lnTo>
                    <a:pt x="6842" y="4609"/>
                  </a:lnTo>
                  <a:lnTo>
                    <a:pt x="6842" y="2412"/>
                  </a:lnTo>
                  <a:lnTo>
                    <a:pt x="4753" y="2412"/>
                  </a:lnTo>
                  <a:lnTo>
                    <a:pt x="47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923225" y="1686825"/>
              <a:ext cx="239475" cy="215175"/>
            </a:xfrm>
            <a:custGeom>
              <a:avLst/>
              <a:gdLst/>
              <a:ahLst/>
              <a:cxnLst/>
              <a:rect l="l" t="t" r="r" b="b"/>
              <a:pathLst>
                <a:path w="9579" h="8607" extrusionOk="0">
                  <a:moveTo>
                    <a:pt x="4790" y="2197"/>
                  </a:moveTo>
                  <a:cubicBezTo>
                    <a:pt x="5906" y="2197"/>
                    <a:pt x="6446" y="2881"/>
                    <a:pt x="6446" y="4285"/>
                  </a:cubicBezTo>
                  <a:cubicBezTo>
                    <a:pt x="6446" y="5689"/>
                    <a:pt x="5906" y="6374"/>
                    <a:pt x="4790" y="6374"/>
                  </a:cubicBezTo>
                  <a:cubicBezTo>
                    <a:pt x="3673" y="6374"/>
                    <a:pt x="3097" y="5689"/>
                    <a:pt x="3097" y="4285"/>
                  </a:cubicBezTo>
                  <a:cubicBezTo>
                    <a:pt x="3097" y="2881"/>
                    <a:pt x="3673" y="2197"/>
                    <a:pt x="4790" y="2197"/>
                  </a:cubicBezTo>
                  <a:close/>
                  <a:moveTo>
                    <a:pt x="4790" y="0"/>
                  </a:moveTo>
                  <a:cubicBezTo>
                    <a:pt x="3817" y="0"/>
                    <a:pt x="2989" y="180"/>
                    <a:pt x="2269" y="505"/>
                  </a:cubicBezTo>
                  <a:cubicBezTo>
                    <a:pt x="1549" y="865"/>
                    <a:pt x="973" y="1369"/>
                    <a:pt x="613" y="2017"/>
                  </a:cubicBezTo>
                  <a:cubicBezTo>
                    <a:pt x="217" y="2665"/>
                    <a:pt x="1" y="3421"/>
                    <a:pt x="1" y="4285"/>
                  </a:cubicBezTo>
                  <a:cubicBezTo>
                    <a:pt x="1" y="5149"/>
                    <a:pt x="217" y="5906"/>
                    <a:pt x="613" y="6554"/>
                  </a:cubicBezTo>
                  <a:cubicBezTo>
                    <a:pt x="973" y="7238"/>
                    <a:pt x="1549" y="7706"/>
                    <a:pt x="2269" y="8066"/>
                  </a:cubicBezTo>
                  <a:cubicBezTo>
                    <a:pt x="2989" y="8426"/>
                    <a:pt x="3817" y="8606"/>
                    <a:pt x="4790" y="8606"/>
                  </a:cubicBezTo>
                  <a:cubicBezTo>
                    <a:pt x="5762" y="8606"/>
                    <a:pt x="6590" y="8426"/>
                    <a:pt x="7310" y="8066"/>
                  </a:cubicBezTo>
                  <a:cubicBezTo>
                    <a:pt x="8030" y="7706"/>
                    <a:pt x="8570" y="7238"/>
                    <a:pt x="8966" y="6554"/>
                  </a:cubicBezTo>
                  <a:cubicBezTo>
                    <a:pt x="9363" y="5906"/>
                    <a:pt x="9579" y="5149"/>
                    <a:pt x="9579" y="4285"/>
                  </a:cubicBezTo>
                  <a:cubicBezTo>
                    <a:pt x="9579" y="3421"/>
                    <a:pt x="9363" y="2665"/>
                    <a:pt x="8966" y="2017"/>
                  </a:cubicBezTo>
                  <a:cubicBezTo>
                    <a:pt x="8570" y="1369"/>
                    <a:pt x="8030" y="865"/>
                    <a:pt x="7310" y="505"/>
                  </a:cubicBezTo>
                  <a:cubicBezTo>
                    <a:pt x="6590" y="180"/>
                    <a:pt x="5762" y="0"/>
                    <a:pt x="4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330100" y="1602200"/>
              <a:ext cx="313300" cy="296175"/>
            </a:xfrm>
            <a:custGeom>
              <a:avLst/>
              <a:gdLst/>
              <a:ahLst/>
              <a:cxnLst/>
              <a:rect l="l" t="t" r="r" b="b"/>
              <a:pathLst>
                <a:path w="12532" h="11847" extrusionOk="0">
                  <a:moveTo>
                    <a:pt x="1" y="1"/>
                  </a:moveTo>
                  <a:lnTo>
                    <a:pt x="1" y="11847"/>
                  </a:lnTo>
                  <a:lnTo>
                    <a:pt x="2845" y="11847"/>
                  </a:lnTo>
                  <a:lnTo>
                    <a:pt x="2845" y="5726"/>
                  </a:lnTo>
                  <a:lnTo>
                    <a:pt x="5222" y="9903"/>
                  </a:lnTo>
                  <a:lnTo>
                    <a:pt x="7310" y="9903"/>
                  </a:lnTo>
                  <a:lnTo>
                    <a:pt x="9723" y="5654"/>
                  </a:lnTo>
                  <a:lnTo>
                    <a:pt x="9723" y="11847"/>
                  </a:lnTo>
                  <a:lnTo>
                    <a:pt x="12531" y="11847"/>
                  </a:lnTo>
                  <a:lnTo>
                    <a:pt x="12531" y="1"/>
                  </a:lnTo>
                  <a:lnTo>
                    <a:pt x="10047" y="1"/>
                  </a:lnTo>
                  <a:lnTo>
                    <a:pt x="6302" y="6734"/>
                  </a:lnTo>
                  <a:lnTo>
                    <a:pt x="25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693775" y="1588700"/>
              <a:ext cx="81950" cy="309675"/>
            </a:xfrm>
            <a:custGeom>
              <a:avLst/>
              <a:gdLst/>
              <a:ahLst/>
              <a:cxnLst/>
              <a:rect l="l" t="t" r="r" b="b"/>
              <a:pathLst>
                <a:path w="3278" h="12387" extrusionOk="0">
                  <a:moveTo>
                    <a:pt x="1" y="1"/>
                  </a:moveTo>
                  <a:lnTo>
                    <a:pt x="1" y="2701"/>
                  </a:lnTo>
                  <a:lnTo>
                    <a:pt x="3277" y="2701"/>
                  </a:lnTo>
                  <a:lnTo>
                    <a:pt x="3277" y="1"/>
                  </a:lnTo>
                  <a:close/>
                  <a:moveTo>
                    <a:pt x="73" y="4141"/>
                  </a:moveTo>
                  <a:lnTo>
                    <a:pt x="73" y="12387"/>
                  </a:lnTo>
                  <a:lnTo>
                    <a:pt x="3205" y="12387"/>
                  </a:lnTo>
                  <a:lnTo>
                    <a:pt x="3205" y="4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09000" y="1686825"/>
              <a:ext cx="206150" cy="215175"/>
            </a:xfrm>
            <a:custGeom>
              <a:avLst/>
              <a:gdLst/>
              <a:ahLst/>
              <a:cxnLst/>
              <a:rect l="l" t="t" r="r" b="b"/>
              <a:pathLst>
                <a:path w="8246" h="8607" extrusionOk="0">
                  <a:moveTo>
                    <a:pt x="4897" y="0"/>
                  </a:moveTo>
                  <a:cubicBezTo>
                    <a:pt x="3925" y="0"/>
                    <a:pt x="3061" y="180"/>
                    <a:pt x="2341" y="541"/>
                  </a:cubicBezTo>
                  <a:cubicBezTo>
                    <a:pt x="1585" y="901"/>
                    <a:pt x="1045" y="1405"/>
                    <a:pt x="613" y="2053"/>
                  </a:cubicBezTo>
                  <a:cubicBezTo>
                    <a:pt x="216" y="2737"/>
                    <a:pt x="0" y="3493"/>
                    <a:pt x="0" y="4357"/>
                  </a:cubicBezTo>
                  <a:cubicBezTo>
                    <a:pt x="0" y="5653"/>
                    <a:pt x="433" y="6698"/>
                    <a:pt x="1261" y="7454"/>
                  </a:cubicBezTo>
                  <a:cubicBezTo>
                    <a:pt x="2089" y="8210"/>
                    <a:pt x="3277" y="8606"/>
                    <a:pt x="4753" y="8606"/>
                  </a:cubicBezTo>
                  <a:cubicBezTo>
                    <a:pt x="5437" y="8606"/>
                    <a:pt x="6086" y="8498"/>
                    <a:pt x="6698" y="8354"/>
                  </a:cubicBezTo>
                  <a:cubicBezTo>
                    <a:pt x="7346" y="8174"/>
                    <a:pt x="7850" y="7922"/>
                    <a:pt x="8246" y="7598"/>
                  </a:cubicBezTo>
                  <a:lnTo>
                    <a:pt x="7454" y="5581"/>
                  </a:lnTo>
                  <a:cubicBezTo>
                    <a:pt x="7166" y="5797"/>
                    <a:pt x="6806" y="6014"/>
                    <a:pt x="6374" y="6158"/>
                  </a:cubicBezTo>
                  <a:cubicBezTo>
                    <a:pt x="5978" y="6266"/>
                    <a:pt x="5581" y="6338"/>
                    <a:pt x="5221" y="6338"/>
                  </a:cubicBezTo>
                  <a:cubicBezTo>
                    <a:pt x="4573" y="6338"/>
                    <a:pt x="4069" y="6194"/>
                    <a:pt x="3745" y="5834"/>
                  </a:cubicBezTo>
                  <a:cubicBezTo>
                    <a:pt x="3421" y="5473"/>
                    <a:pt x="3241" y="4969"/>
                    <a:pt x="3241" y="4285"/>
                  </a:cubicBezTo>
                  <a:cubicBezTo>
                    <a:pt x="3241" y="3601"/>
                    <a:pt x="3421" y="3097"/>
                    <a:pt x="3745" y="2773"/>
                  </a:cubicBezTo>
                  <a:cubicBezTo>
                    <a:pt x="4069" y="2413"/>
                    <a:pt x="4573" y="2269"/>
                    <a:pt x="5221" y="2269"/>
                  </a:cubicBezTo>
                  <a:cubicBezTo>
                    <a:pt x="5581" y="2269"/>
                    <a:pt x="5978" y="2305"/>
                    <a:pt x="6374" y="2449"/>
                  </a:cubicBezTo>
                  <a:cubicBezTo>
                    <a:pt x="6806" y="2593"/>
                    <a:pt x="7166" y="2773"/>
                    <a:pt x="7454" y="3025"/>
                  </a:cubicBezTo>
                  <a:lnTo>
                    <a:pt x="8246" y="1009"/>
                  </a:lnTo>
                  <a:cubicBezTo>
                    <a:pt x="7850" y="685"/>
                    <a:pt x="7382" y="433"/>
                    <a:pt x="6770" y="252"/>
                  </a:cubicBezTo>
                  <a:cubicBezTo>
                    <a:pt x="6158" y="72"/>
                    <a:pt x="5545" y="0"/>
                    <a:pt x="48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040350" y="1602200"/>
              <a:ext cx="222350" cy="296175"/>
            </a:xfrm>
            <a:custGeom>
              <a:avLst/>
              <a:gdLst/>
              <a:ahLst/>
              <a:cxnLst/>
              <a:rect l="l" t="t" r="r" b="b"/>
              <a:pathLst>
                <a:path w="8894" h="11847" extrusionOk="0">
                  <a:moveTo>
                    <a:pt x="0" y="1"/>
                  </a:moveTo>
                  <a:lnTo>
                    <a:pt x="0" y="11847"/>
                  </a:lnTo>
                  <a:lnTo>
                    <a:pt x="3133" y="11847"/>
                  </a:lnTo>
                  <a:lnTo>
                    <a:pt x="3133" y="7238"/>
                  </a:lnTo>
                  <a:cubicBezTo>
                    <a:pt x="3133" y="6770"/>
                    <a:pt x="3277" y="6374"/>
                    <a:pt x="3529" y="6086"/>
                  </a:cubicBezTo>
                  <a:cubicBezTo>
                    <a:pt x="3817" y="5798"/>
                    <a:pt x="4213" y="5654"/>
                    <a:pt x="4681" y="5654"/>
                  </a:cubicBezTo>
                  <a:cubicBezTo>
                    <a:pt x="5041" y="5654"/>
                    <a:pt x="5293" y="5798"/>
                    <a:pt x="5473" y="6014"/>
                  </a:cubicBezTo>
                  <a:cubicBezTo>
                    <a:pt x="5653" y="6230"/>
                    <a:pt x="5761" y="6590"/>
                    <a:pt x="5761" y="7094"/>
                  </a:cubicBezTo>
                  <a:lnTo>
                    <a:pt x="5761" y="11847"/>
                  </a:lnTo>
                  <a:lnTo>
                    <a:pt x="8894" y="11847"/>
                  </a:lnTo>
                  <a:lnTo>
                    <a:pt x="8894" y="6950"/>
                  </a:lnTo>
                  <a:cubicBezTo>
                    <a:pt x="8894" y="5762"/>
                    <a:pt x="8642" y="4862"/>
                    <a:pt x="8138" y="4250"/>
                  </a:cubicBezTo>
                  <a:cubicBezTo>
                    <a:pt x="7634" y="3673"/>
                    <a:pt x="6877" y="3385"/>
                    <a:pt x="5833" y="3385"/>
                  </a:cubicBezTo>
                  <a:cubicBezTo>
                    <a:pt x="5257" y="3385"/>
                    <a:pt x="4753" y="3493"/>
                    <a:pt x="4285" y="3673"/>
                  </a:cubicBezTo>
                  <a:cubicBezTo>
                    <a:pt x="3853" y="3890"/>
                    <a:pt x="3457" y="4178"/>
                    <a:pt x="3133" y="4574"/>
                  </a:cubicBezTo>
                  <a:lnTo>
                    <a:pt x="31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305000" y="1588700"/>
              <a:ext cx="81925" cy="309675"/>
            </a:xfrm>
            <a:custGeom>
              <a:avLst/>
              <a:gdLst/>
              <a:ahLst/>
              <a:cxnLst/>
              <a:rect l="l" t="t" r="r" b="b"/>
              <a:pathLst>
                <a:path w="3277" h="12387" extrusionOk="0">
                  <a:moveTo>
                    <a:pt x="0" y="1"/>
                  </a:moveTo>
                  <a:lnTo>
                    <a:pt x="0" y="2701"/>
                  </a:lnTo>
                  <a:lnTo>
                    <a:pt x="3277" y="2701"/>
                  </a:lnTo>
                  <a:lnTo>
                    <a:pt x="3277" y="1"/>
                  </a:lnTo>
                  <a:close/>
                  <a:moveTo>
                    <a:pt x="72" y="4141"/>
                  </a:moveTo>
                  <a:lnTo>
                    <a:pt x="72" y="12387"/>
                  </a:lnTo>
                  <a:lnTo>
                    <a:pt x="3205" y="12387"/>
                  </a:lnTo>
                  <a:lnTo>
                    <a:pt x="3205" y="4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421125" y="1686825"/>
              <a:ext cx="241250" cy="290775"/>
            </a:xfrm>
            <a:custGeom>
              <a:avLst/>
              <a:gdLst/>
              <a:ahLst/>
              <a:cxnLst/>
              <a:rect l="l" t="t" r="r" b="b"/>
              <a:pathLst>
                <a:path w="9650" h="11631" extrusionOk="0">
                  <a:moveTo>
                    <a:pt x="4825" y="2233"/>
                  </a:moveTo>
                  <a:cubicBezTo>
                    <a:pt x="5365" y="2233"/>
                    <a:pt x="5797" y="2413"/>
                    <a:pt x="6121" y="2737"/>
                  </a:cubicBezTo>
                  <a:cubicBezTo>
                    <a:pt x="6409" y="3061"/>
                    <a:pt x="6553" y="3529"/>
                    <a:pt x="6553" y="4141"/>
                  </a:cubicBezTo>
                  <a:cubicBezTo>
                    <a:pt x="6553" y="4717"/>
                    <a:pt x="6409" y="5185"/>
                    <a:pt x="6121" y="5509"/>
                  </a:cubicBezTo>
                  <a:cubicBezTo>
                    <a:pt x="5797" y="5834"/>
                    <a:pt x="5365" y="6014"/>
                    <a:pt x="4825" y="6014"/>
                  </a:cubicBezTo>
                  <a:cubicBezTo>
                    <a:pt x="4285" y="6014"/>
                    <a:pt x="3853" y="5834"/>
                    <a:pt x="3565" y="5509"/>
                  </a:cubicBezTo>
                  <a:cubicBezTo>
                    <a:pt x="3241" y="5185"/>
                    <a:pt x="3097" y="4717"/>
                    <a:pt x="3097" y="4141"/>
                  </a:cubicBezTo>
                  <a:cubicBezTo>
                    <a:pt x="3097" y="3529"/>
                    <a:pt x="3241" y="3061"/>
                    <a:pt x="3565" y="2737"/>
                  </a:cubicBezTo>
                  <a:cubicBezTo>
                    <a:pt x="3853" y="2413"/>
                    <a:pt x="4285" y="2233"/>
                    <a:pt x="4825" y="2233"/>
                  </a:cubicBezTo>
                  <a:close/>
                  <a:moveTo>
                    <a:pt x="3853" y="0"/>
                  </a:moveTo>
                  <a:cubicBezTo>
                    <a:pt x="3133" y="0"/>
                    <a:pt x="2449" y="180"/>
                    <a:pt x="1872" y="505"/>
                  </a:cubicBezTo>
                  <a:cubicBezTo>
                    <a:pt x="1260" y="865"/>
                    <a:pt x="792" y="1333"/>
                    <a:pt x="468" y="1981"/>
                  </a:cubicBezTo>
                  <a:cubicBezTo>
                    <a:pt x="144" y="2593"/>
                    <a:pt x="0" y="3313"/>
                    <a:pt x="0" y="4141"/>
                  </a:cubicBezTo>
                  <a:cubicBezTo>
                    <a:pt x="0" y="4933"/>
                    <a:pt x="144" y="5653"/>
                    <a:pt x="468" y="6302"/>
                  </a:cubicBezTo>
                  <a:cubicBezTo>
                    <a:pt x="792" y="6914"/>
                    <a:pt x="1260" y="7382"/>
                    <a:pt x="1872" y="7742"/>
                  </a:cubicBezTo>
                  <a:cubicBezTo>
                    <a:pt x="2449" y="8066"/>
                    <a:pt x="3133" y="8246"/>
                    <a:pt x="3853" y="8246"/>
                  </a:cubicBezTo>
                  <a:cubicBezTo>
                    <a:pt x="4429" y="8246"/>
                    <a:pt x="4969" y="8138"/>
                    <a:pt x="5437" y="7922"/>
                  </a:cubicBezTo>
                  <a:cubicBezTo>
                    <a:pt x="5905" y="7670"/>
                    <a:pt x="6301" y="7382"/>
                    <a:pt x="6553" y="7022"/>
                  </a:cubicBezTo>
                  <a:lnTo>
                    <a:pt x="6553" y="7670"/>
                  </a:lnTo>
                  <a:cubicBezTo>
                    <a:pt x="6553" y="8282"/>
                    <a:pt x="6373" y="8714"/>
                    <a:pt x="6049" y="9002"/>
                  </a:cubicBezTo>
                  <a:cubicBezTo>
                    <a:pt x="5725" y="9290"/>
                    <a:pt x="5185" y="9434"/>
                    <a:pt x="4501" y="9434"/>
                  </a:cubicBezTo>
                  <a:cubicBezTo>
                    <a:pt x="3997" y="9434"/>
                    <a:pt x="3421" y="9362"/>
                    <a:pt x="2845" y="9218"/>
                  </a:cubicBezTo>
                  <a:cubicBezTo>
                    <a:pt x="2268" y="9074"/>
                    <a:pt x="1692" y="8858"/>
                    <a:pt x="1152" y="8606"/>
                  </a:cubicBezTo>
                  <a:lnTo>
                    <a:pt x="360" y="10622"/>
                  </a:lnTo>
                  <a:cubicBezTo>
                    <a:pt x="900" y="10946"/>
                    <a:pt x="1548" y="11198"/>
                    <a:pt x="2305" y="11379"/>
                  </a:cubicBezTo>
                  <a:cubicBezTo>
                    <a:pt x="3025" y="11523"/>
                    <a:pt x="3817" y="11631"/>
                    <a:pt x="4609" y="11631"/>
                  </a:cubicBezTo>
                  <a:cubicBezTo>
                    <a:pt x="6265" y="11631"/>
                    <a:pt x="7525" y="11270"/>
                    <a:pt x="8390" y="10586"/>
                  </a:cubicBezTo>
                  <a:cubicBezTo>
                    <a:pt x="9218" y="9866"/>
                    <a:pt x="9650" y="8822"/>
                    <a:pt x="9650" y="7454"/>
                  </a:cubicBezTo>
                  <a:lnTo>
                    <a:pt x="9650" y="216"/>
                  </a:lnTo>
                  <a:lnTo>
                    <a:pt x="6553" y="216"/>
                  </a:lnTo>
                  <a:lnTo>
                    <a:pt x="6553" y="1261"/>
                  </a:lnTo>
                  <a:cubicBezTo>
                    <a:pt x="6301" y="865"/>
                    <a:pt x="5941" y="577"/>
                    <a:pt x="5473" y="324"/>
                  </a:cubicBezTo>
                  <a:cubicBezTo>
                    <a:pt x="4969" y="108"/>
                    <a:pt x="4429" y="0"/>
                    <a:pt x="38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699275" y="1686825"/>
              <a:ext cx="208850" cy="215175"/>
            </a:xfrm>
            <a:custGeom>
              <a:avLst/>
              <a:gdLst/>
              <a:ahLst/>
              <a:cxnLst/>
              <a:rect l="l" t="t" r="r" b="b"/>
              <a:pathLst>
                <a:path w="8354" h="8607" extrusionOk="0">
                  <a:moveTo>
                    <a:pt x="5365" y="4861"/>
                  </a:moveTo>
                  <a:lnTo>
                    <a:pt x="5365" y="5077"/>
                  </a:lnTo>
                  <a:cubicBezTo>
                    <a:pt x="5365" y="5509"/>
                    <a:pt x="5221" y="5906"/>
                    <a:pt x="4933" y="6158"/>
                  </a:cubicBezTo>
                  <a:cubicBezTo>
                    <a:pt x="4681" y="6446"/>
                    <a:pt x="4321" y="6590"/>
                    <a:pt x="3925" y="6590"/>
                  </a:cubicBezTo>
                  <a:cubicBezTo>
                    <a:pt x="3637" y="6590"/>
                    <a:pt x="3421" y="6518"/>
                    <a:pt x="3241" y="6338"/>
                  </a:cubicBezTo>
                  <a:cubicBezTo>
                    <a:pt x="3061" y="6194"/>
                    <a:pt x="2989" y="5978"/>
                    <a:pt x="2989" y="5725"/>
                  </a:cubicBezTo>
                  <a:cubicBezTo>
                    <a:pt x="2989" y="5401"/>
                    <a:pt x="3133" y="5185"/>
                    <a:pt x="3457" y="5077"/>
                  </a:cubicBezTo>
                  <a:cubicBezTo>
                    <a:pt x="3781" y="4933"/>
                    <a:pt x="4321" y="4861"/>
                    <a:pt x="5077" y="4861"/>
                  </a:cubicBezTo>
                  <a:close/>
                  <a:moveTo>
                    <a:pt x="4321" y="0"/>
                  </a:moveTo>
                  <a:cubicBezTo>
                    <a:pt x="3709" y="0"/>
                    <a:pt x="2989" y="108"/>
                    <a:pt x="2233" y="288"/>
                  </a:cubicBezTo>
                  <a:cubicBezTo>
                    <a:pt x="1476" y="505"/>
                    <a:pt x="864" y="721"/>
                    <a:pt x="360" y="1009"/>
                  </a:cubicBezTo>
                  <a:lnTo>
                    <a:pt x="1152" y="2989"/>
                  </a:lnTo>
                  <a:cubicBezTo>
                    <a:pt x="1584" y="2773"/>
                    <a:pt x="2089" y="2557"/>
                    <a:pt x="2629" y="2413"/>
                  </a:cubicBezTo>
                  <a:cubicBezTo>
                    <a:pt x="3133" y="2269"/>
                    <a:pt x="3601" y="2197"/>
                    <a:pt x="3997" y="2197"/>
                  </a:cubicBezTo>
                  <a:cubicBezTo>
                    <a:pt x="4501" y="2197"/>
                    <a:pt x="4861" y="2269"/>
                    <a:pt x="5041" y="2413"/>
                  </a:cubicBezTo>
                  <a:cubicBezTo>
                    <a:pt x="5257" y="2593"/>
                    <a:pt x="5365" y="2881"/>
                    <a:pt x="5365" y="3277"/>
                  </a:cubicBezTo>
                  <a:lnTo>
                    <a:pt x="5365" y="3493"/>
                  </a:lnTo>
                  <a:lnTo>
                    <a:pt x="4897" y="3493"/>
                  </a:lnTo>
                  <a:cubicBezTo>
                    <a:pt x="3673" y="3493"/>
                    <a:pt x="2737" y="3565"/>
                    <a:pt x="2017" y="3745"/>
                  </a:cubicBezTo>
                  <a:cubicBezTo>
                    <a:pt x="1332" y="3889"/>
                    <a:pt x="792" y="4141"/>
                    <a:pt x="468" y="4501"/>
                  </a:cubicBezTo>
                  <a:cubicBezTo>
                    <a:pt x="144" y="4861"/>
                    <a:pt x="0" y="5329"/>
                    <a:pt x="0" y="5906"/>
                  </a:cubicBezTo>
                  <a:cubicBezTo>
                    <a:pt x="0" y="6446"/>
                    <a:pt x="144" y="6878"/>
                    <a:pt x="396" y="7310"/>
                  </a:cubicBezTo>
                  <a:cubicBezTo>
                    <a:pt x="684" y="7706"/>
                    <a:pt x="1044" y="8030"/>
                    <a:pt x="1548" y="8246"/>
                  </a:cubicBezTo>
                  <a:cubicBezTo>
                    <a:pt x="2017" y="8498"/>
                    <a:pt x="2557" y="8606"/>
                    <a:pt x="3169" y="8606"/>
                  </a:cubicBezTo>
                  <a:cubicBezTo>
                    <a:pt x="3709" y="8606"/>
                    <a:pt x="4177" y="8498"/>
                    <a:pt x="4573" y="8246"/>
                  </a:cubicBezTo>
                  <a:cubicBezTo>
                    <a:pt x="4933" y="8030"/>
                    <a:pt x="5221" y="7706"/>
                    <a:pt x="5401" y="7310"/>
                  </a:cubicBezTo>
                  <a:lnTo>
                    <a:pt x="5401" y="8462"/>
                  </a:lnTo>
                  <a:lnTo>
                    <a:pt x="8354" y="8462"/>
                  </a:lnTo>
                  <a:lnTo>
                    <a:pt x="8354" y="3709"/>
                  </a:lnTo>
                  <a:cubicBezTo>
                    <a:pt x="8354" y="2413"/>
                    <a:pt x="7994" y="1513"/>
                    <a:pt x="7346" y="901"/>
                  </a:cubicBezTo>
                  <a:cubicBezTo>
                    <a:pt x="6697" y="288"/>
                    <a:pt x="5689" y="0"/>
                    <a:pt x="43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952225" y="1686825"/>
              <a:ext cx="222350" cy="211550"/>
            </a:xfrm>
            <a:custGeom>
              <a:avLst/>
              <a:gdLst/>
              <a:ahLst/>
              <a:cxnLst/>
              <a:rect l="l" t="t" r="r" b="b"/>
              <a:pathLst>
                <a:path w="8894" h="8462" extrusionOk="0">
                  <a:moveTo>
                    <a:pt x="5833" y="0"/>
                  </a:moveTo>
                  <a:cubicBezTo>
                    <a:pt x="5221" y="0"/>
                    <a:pt x="4717" y="108"/>
                    <a:pt x="4213" y="324"/>
                  </a:cubicBezTo>
                  <a:cubicBezTo>
                    <a:pt x="3745" y="577"/>
                    <a:pt x="3349" y="901"/>
                    <a:pt x="3025" y="1297"/>
                  </a:cubicBezTo>
                  <a:lnTo>
                    <a:pt x="3025" y="216"/>
                  </a:lnTo>
                  <a:lnTo>
                    <a:pt x="0" y="216"/>
                  </a:lnTo>
                  <a:lnTo>
                    <a:pt x="0" y="8462"/>
                  </a:lnTo>
                  <a:lnTo>
                    <a:pt x="3133" y="8462"/>
                  </a:lnTo>
                  <a:lnTo>
                    <a:pt x="3133" y="3853"/>
                  </a:lnTo>
                  <a:cubicBezTo>
                    <a:pt x="3133" y="3385"/>
                    <a:pt x="3277" y="2989"/>
                    <a:pt x="3529" y="2701"/>
                  </a:cubicBezTo>
                  <a:cubicBezTo>
                    <a:pt x="3817" y="2413"/>
                    <a:pt x="4177" y="2269"/>
                    <a:pt x="4645" y="2269"/>
                  </a:cubicBezTo>
                  <a:cubicBezTo>
                    <a:pt x="5041" y="2269"/>
                    <a:pt x="5293" y="2413"/>
                    <a:pt x="5473" y="2629"/>
                  </a:cubicBezTo>
                  <a:cubicBezTo>
                    <a:pt x="5653" y="2845"/>
                    <a:pt x="5761" y="3205"/>
                    <a:pt x="5761" y="3709"/>
                  </a:cubicBezTo>
                  <a:lnTo>
                    <a:pt x="5761" y="8462"/>
                  </a:lnTo>
                  <a:lnTo>
                    <a:pt x="8894" y="8462"/>
                  </a:lnTo>
                  <a:lnTo>
                    <a:pt x="8894" y="3565"/>
                  </a:lnTo>
                  <a:cubicBezTo>
                    <a:pt x="8894" y="2377"/>
                    <a:pt x="8642" y="1477"/>
                    <a:pt x="8138" y="865"/>
                  </a:cubicBezTo>
                  <a:cubicBezTo>
                    <a:pt x="7634" y="288"/>
                    <a:pt x="6841" y="0"/>
                    <a:pt x="58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26250" y="1300650"/>
              <a:ext cx="190850" cy="262875"/>
            </a:xfrm>
            <a:custGeom>
              <a:avLst/>
              <a:gdLst/>
              <a:ahLst/>
              <a:cxnLst/>
              <a:rect l="l" t="t" r="r" b="b"/>
              <a:pathLst>
                <a:path w="7634" h="10515" extrusionOk="0">
                  <a:moveTo>
                    <a:pt x="6158" y="1"/>
                  </a:moveTo>
                  <a:cubicBezTo>
                    <a:pt x="4825" y="1"/>
                    <a:pt x="3745" y="901"/>
                    <a:pt x="3385" y="2737"/>
                  </a:cubicBezTo>
                  <a:lnTo>
                    <a:pt x="2521" y="2845"/>
                  </a:lnTo>
                  <a:lnTo>
                    <a:pt x="2413" y="3349"/>
                  </a:lnTo>
                  <a:lnTo>
                    <a:pt x="3277" y="3349"/>
                  </a:lnTo>
                  <a:cubicBezTo>
                    <a:pt x="3097" y="4753"/>
                    <a:pt x="2881" y="6122"/>
                    <a:pt x="2665" y="7454"/>
                  </a:cubicBezTo>
                  <a:cubicBezTo>
                    <a:pt x="2521" y="8210"/>
                    <a:pt x="2413" y="8822"/>
                    <a:pt x="2197" y="9326"/>
                  </a:cubicBezTo>
                  <a:cubicBezTo>
                    <a:pt x="2089" y="9614"/>
                    <a:pt x="1981" y="9830"/>
                    <a:pt x="1873" y="9974"/>
                  </a:cubicBezTo>
                  <a:lnTo>
                    <a:pt x="1621" y="9650"/>
                  </a:lnTo>
                  <a:cubicBezTo>
                    <a:pt x="1333" y="9290"/>
                    <a:pt x="1045" y="9038"/>
                    <a:pt x="649" y="9038"/>
                  </a:cubicBezTo>
                  <a:cubicBezTo>
                    <a:pt x="252" y="9038"/>
                    <a:pt x="36" y="9326"/>
                    <a:pt x="0" y="9686"/>
                  </a:cubicBezTo>
                  <a:cubicBezTo>
                    <a:pt x="252" y="10298"/>
                    <a:pt x="829" y="10515"/>
                    <a:pt x="1513" y="10515"/>
                  </a:cubicBezTo>
                  <a:cubicBezTo>
                    <a:pt x="2017" y="10515"/>
                    <a:pt x="2665" y="10262"/>
                    <a:pt x="3097" y="9794"/>
                  </a:cubicBezTo>
                  <a:cubicBezTo>
                    <a:pt x="3673" y="9254"/>
                    <a:pt x="3997" y="8498"/>
                    <a:pt x="4177" y="7454"/>
                  </a:cubicBezTo>
                  <a:cubicBezTo>
                    <a:pt x="4429" y="6194"/>
                    <a:pt x="4645" y="4789"/>
                    <a:pt x="4861" y="3385"/>
                  </a:cubicBezTo>
                  <a:lnTo>
                    <a:pt x="6158" y="3421"/>
                  </a:lnTo>
                  <a:lnTo>
                    <a:pt x="6302" y="2737"/>
                  </a:lnTo>
                  <a:lnTo>
                    <a:pt x="4969" y="2737"/>
                  </a:lnTo>
                  <a:cubicBezTo>
                    <a:pt x="4969" y="2665"/>
                    <a:pt x="4969" y="2593"/>
                    <a:pt x="4969" y="2485"/>
                  </a:cubicBezTo>
                  <a:cubicBezTo>
                    <a:pt x="5185" y="1369"/>
                    <a:pt x="5365" y="793"/>
                    <a:pt x="5726" y="469"/>
                  </a:cubicBezTo>
                  <a:lnTo>
                    <a:pt x="6014" y="901"/>
                  </a:lnTo>
                  <a:cubicBezTo>
                    <a:pt x="6230" y="1261"/>
                    <a:pt x="6518" y="1477"/>
                    <a:pt x="6842" y="1477"/>
                  </a:cubicBezTo>
                  <a:cubicBezTo>
                    <a:pt x="7202" y="1477"/>
                    <a:pt x="7562" y="1189"/>
                    <a:pt x="7634" y="829"/>
                  </a:cubicBezTo>
                  <a:cubicBezTo>
                    <a:pt x="7490" y="325"/>
                    <a:pt x="6842" y="1"/>
                    <a:pt x="6158" y="1"/>
                  </a:cubicBez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75675" y="1364575"/>
              <a:ext cx="136850" cy="139550"/>
            </a:xfrm>
            <a:custGeom>
              <a:avLst/>
              <a:gdLst/>
              <a:ahLst/>
              <a:cxnLst/>
              <a:rect l="l" t="t" r="r" b="b"/>
              <a:pathLst>
                <a:path w="5474" h="5582" extrusionOk="0">
                  <a:moveTo>
                    <a:pt x="3169" y="612"/>
                  </a:moveTo>
                  <a:cubicBezTo>
                    <a:pt x="3565" y="612"/>
                    <a:pt x="3853" y="864"/>
                    <a:pt x="3853" y="1764"/>
                  </a:cubicBezTo>
                  <a:cubicBezTo>
                    <a:pt x="3853" y="3277"/>
                    <a:pt x="3205" y="4969"/>
                    <a:pt x="2341" y="4969"/>
                  </a:cubicBezTo>
                  <a:cubicBezTo>
                    <a:pt x="1945" y="4969"/>
                    <a:pt x="1657" y="4717"/>
                    <a:pt x="1657" y="3781"/>
                  </a:cubicBezTo>
                  <a:cubicBezTo>
                    <a:pt x="1657" y="2304"/>
                    <a:pt x="2269" y="612"/>
                    <a:pt x="3169" y="612"/>
                  </a:cubicBezTo>
                  <a:close/>
                  <a:moveTo>
                    <a:pt x="3313" y="0"/>
                  </a:moveTo>
                  <a:cubicBezTo>
                    <a:pt x="1405" y="0"/>
                    <a:pt x="1" y="1692"/>
                    <a:pt x="1" y="3493"/>
                  </a:cubicBezTo>
                  <a:cubicBezTo>
                    <a:pt x="1" y="4933"/>
                    <a:pt x="973" y="5581"/>
                    <a:pt x="2197" y="5581"/>
                  </a:cubicBezTo>
                  <a:cubicBezTo>
                    <a:pt x="4069" y="5581"/>
                    <a:pt x="5474" y="3889"/>
                    <a:pt x="5474" y="2088"/>
                  </a:cubicBezTo>
                  <a:cubicBezTo>
                    <a:pt x="5474" y="648"/>
                    <a:pt x="4537" y="0"/>
                    <a:pt x="3313" y="0"/>
                  </a:cubicBez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800" y="1364575"/>
              <a:ext cx="126950" cy="136850"/>
            </a:xfrm>
            <a:custGeom>
              <a:avLst/>
              <a:gdLst/>
              <a:ahLst/>
              <a:cxnLst/>
              <a:rect l="l" t="t" r="r" b="b"/>
              <a:pathLst>
                <a:path w="5078" h="5474" extrusionOk="0">
                  <a:moveTo>
                    <a:pt x="2377" y="0"/>
                  </a:moveTo>
                  <a:lnTo>
                    <a:pt x="217" y="612"/>
                  </a:lnTo>
                  <a:lnTo>
                    <a:pt x="145" y="1008"/>
                  </a:lnTo>
                  <a:lnTo>
                    <a:pt x="937" y="1116"/>
                  </a:lnTo>
                  <a:lnTo>
                    <a:pt x="1" y="5365"/>
                  </a:lnTo>
                  <a:lnTo>
                    <a:pt x="145" y="5473"/>
                  </a:lnTo>
                  <a:lnTo>
                    <a:pt x="1621" y="5401"/>
                  </a:lnTo>
                  <a:cubicBezTo>
                    <a:pt x="1801" y="4609"/>
                    <a:pt x="1945" y="3853"/>
                    <a:pt x="2125" y="3097"/>
                  </a:cubicBezTo>
                  <a:lnTo>
                    <a:pt x="2125" y="2989"/>
                  </a:lnTo>
                  <a:cubicBezTo>
                    <a:pt x="2449" y="2268"/>
                    <a:pt x="2845" y="1620"/>
                    <a:pt x="3457" y="1008"/>
                  </a:cubicBezTo>
                  <a:cubicBezTo>
                    <a:pt x="3745" y="1296"/>
                    <a:pt x="3997" y="1440"/>
                    <a:pt x="4322" y="1440"/>
                  </a:cubicBezTo>
                  <a:cubicBezTo>
                    <a:pt x="4826" y="1440"/>
                    <a:pt x="5078" y="1044"/>
                    <a:pt x="5078" y="540"/>
                  </a:cubicBezTo>
                  <a:cubicBezTo>
                    <a:pt x="4934" y="180"/>
                    <a:pt x="4574" y="0"/>
                    <a:pt x="4177" y="0"/>
                  </a:cubicBezTo>
                  <a:cubicBezTo>
                    <a:pt x="3529" y="0"/>
                    <a:pt x="2845" y="756"/>
                    <a:pt x="2305" y="1764"/>
                  </a:cubicBezTo>
                  <a:lnTo>
                    <a:pt x="2593" y="180"/>
                  </a:lnTo>
                  <a:lnTo>
                    <a:pt x="2377" y="0"/>
                  </a:ln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02450" y="1369075"/>
              <a:ext cx="224150" cy="131450"/>
            </a:xfrm>
            <a:custGeom>
              <a:avLst/>
              <a:gdLst/>
              <a:ahLst/>
              <a:cxnLst/>
              <a:rect l="l" t="t" r="r" b="b"/>
              <a:pathLst>
                <a:path w="8966" h="5258" extrusionOk="0">
                  <a:moveTo>
                    <a:pt x="0" y="0"/>
                  </a:moveTo>
                  <a:lnTo>
                    <a:pt x="0" y="468"/>
                  </a:lnTo>
                  <a:lnTo>
                    <a:pt x="504" y="540"/>
                  </a:lnTo>
                  <a:lnTo>
                    <a:pt x="2304" y="5257"/>
                  </a:lnTo>
                  <a:lnTo>
                    <a:pt x="3169" y="5257"/>
                  </a:lnTo>
                  <a:lnTo>
                    <a:pt x="4465" y="1764"/>
                  </a:lnTo>
                  <a:lnTo>
                    <a:pt x="5761" y="5257"/>
                  </a:lnTo>
                  <a:lnTo>
                    <a:pt x="6589" y="5257"/>
                  </a:lnTo>
                  <a:lnTo>
                    <a:pt x="8354" y="576"/>
                  </a:lnTo>
                  <a:lnTo>
                    <a:pt x="8966" y="468"/>
                  </a:lnTo>
                  <a:lnTo>
                    <a:pt x="8966" y="0"/>
                  </a:lnTo>
                  <a:lnTo>
                    <a:pt x="6913" y="0"/>
                  </a:lnTo>
                  <a:lnTo>
                    <a:pt x="6913" y="468"/>
                  </a:lnTo>
                  <a:lnTo>
                    <a:pt x="7561" y="576"/>
                  </a:lnTo>
                  <a:lnTo>
                    <a:pt x="6625" y="3277"/>
                  </a:lnTo>
                  <a:lnTo>
                    <a:pt x="5725" y="576"/>
                  </a:lnTo>
                  <a:lnTo>
                    <a:pt x="6337" y="468"/>
                  </a:lnTo>
                  <a:lnTo>
                    <a:pt x="6337" y="0"/>
                  </a:lnTo>
                  <a:lnTo>
                    <a:pt x="3565" y="0"/>
                  </a:lnTo>
                  <a:lnTo>
                    <a:pt x="3565" y="468"/>
                  </a:lnTo>
                  <a:lnTo>
                    <a:pt x="4213" y="576"/>
                  </a:lnTo>
                  <a:lnTo>
                    <a:pt x="3241" y="3349"/>
                  </a:lnTo>
                  <a:lnTo>
                    <a:pt x="2340" y="576"/>
                  </a:lnTo>
                  <a:lnTo>
                    <a:pt x="2989" y="468"/>
                  </a:lnTo>
                  <a:lnTo>
                    <a:pt x="2989" y="0"/>
                  </a:ln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127475" y="1303350"/>
              <a:ext cx="162950" cy="196275"/>
            </a:xfrm>
            <a:custGeom>
              <a:avLst/>
              <a:gdLst/>
              <a:ahLst/>
              <a:cxnLst/>
              <a:rect l="l" t="t" r="r" b="b"/>
              <a:pathLst>
                <a:path w="6518" h="7851" extrusionOk="0">
                  <a:moveTo>
                    <a:pt x="2341" y="1"/>
                  </a:moveTo>
                  <a:lnTo>
                    <a:pt x="1" y="505"/>
                  </a:lnTo>
                  <a:lnTo>
                    <a:pt x="1" y="937"/>
                  </a:lnTo>
                  <a:lnTo>
                    <a:pt x="721" y="1045"/>
                  </a:lnTo>
                  <a:lnTo>
                    <a:pt x="721" y="5582"/>
                  </a:lnTo>
                  <a:cubicBezTo>
                    <a:pt x="721" y="6050"/>
                    <a:pt x="721" y="6698"/>
                    <a:pt x="685" y="7202"/>
                  </a:cubicBezTo>
                  <a:lnTo>
                    <a:pt x="73" y="7346"/>
                  </a:lnTo>
                  <a:lnTo>
                    <a:pt x="73" y="7850"/>
                  </a:lnTo>
                  <a:lnTo>
                    <a:pt x="3061" y="7850"/>
                  </a:lnTo>
                  <a:lnTo>
                    <a:pt x="3061" y="7346"/>
                  </a:lnTo>
                  <a:lnTo>
                    <a:pt x="2521" y="7238"/>
                  </a:lnTo>
                  <a:cubicBezTo>
                    <a:pt x="2521" y="6698"/>
                    <a:pt x="2521" y="6050"/>
                    <a:pt x="2521" y="5582"/>
                  </a:cubicBezTo>
                  <a:lnTo>
                    <a:pt x="2521" y="3997"/>
                  </a:lnTo>
                  <a:cubicBezTo>
                    <a:pt x="2881" y="3673"/>
                    <a:pt x="3241" y="3493"/>
                    <a:pt x="3529" y="3493"/>
                  </a:cubicBezTo>
                  <a:cubicBezTo>
                    <a:pt x="3997" y="3493"/>
                    <a:pt x="4142" y="3745"/>
                    <a:pt x="4142" y="4429"/>
                  </a:cubicBezTo>
                  <a:lnTo>
                    <a:pt x="4142" y="5582"/>
                  </a:lnTo>
                  <a:cubicBezTo>
                    <a:pt x="4142" y="6050"/>
                    <a:pt x="4142" y="6698"/>
                    <a:pt x="4142" y="7238"/>
                  </a:cubicBezTo>
                  <a:lnTo>
                    <a:pt x="3529" y="7346"/>
                  </a:lnTo>
                  <a:lnTo>
                    <a:pt x="3529" y="7850"/>
                  </a:lnTo>
                  <a:lnTo>
                    <a:pt x="6518" y="7850"/>
                  </a:lnTo>
                  <a:lnTo>
                    <a:pt x="6518" y="7346"/>
                  </a:lnTo>
                  <a:lnTo>
                    <a:pt x="5978" y="7238"/>
                  </a:lnTo>
                  <a:cubicBezTo>
                    <a:pt x="5942" y="6698"/>
                    <a:pt x="5942" y="6050"/>
                    <a:pt x="5942" y="5582"/>
                  </a:cubicBezTo>
                  <a:lnTo>
                    <a:pt x="5942" y="4321"/>
                  </a:lnTo>
                  <a:cubicBezTo>
                    <a:pt x="5942" y="3061"/>
                    <a:pt x="5294" y="2449"/>
                    <a:pt x="4286" y="2449"/>
                  </a:cubicBezTo>
                  <a:cubicBezTo>
                    <a:pt x="3637" y="2449"/>
                    <a:pt x="3097" y="2701"/>
                    <a:pt x="2485" y="3349"/>
                  </a:cubicBezTo>
                  <a:lnTo>
                    <a:pt x="2485" y="1621"/>
                  </a:lnTo>
                  <a:lnTo>
                    <a:pt x="2521" y="109"/>
                  </a:lnTo>
                  <a:lnTo>
                    <a:pt x="2341" y="1"/>
                  </a:ln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303025" y="1364575"/>
              <a:ext cx="143150" cy="139550"/>
            </a:xfrm>
            <a:custGeom>
              <a:avLst/>
              <a:gdLst/>
              <a:ahLst/>
              <a:cxnLst/>
              <a:rect l="l" t="t" r="r" b="b"/>
              <a:pathLst>
                <a:path w="5726" h="5582" extrusionOk="0">
                  <a:moveTo>
                    <a:pt x="3061" y="2629"/>
                  </a:moveTo>
                  <a:lnTo>
                    <a:pt x="3061" y="4393"/>
                  </a:lnTo>
                  <a:cubicBezTo>
                    <a:pt x="2665" y="4645"/>
                    <a:pt x="2521" y="4681"/>
                    <a:pt x="2377" y="4681"/>
                  </a:cubicBezTo>
                  <a:cubicBezTo>
                    <a:pt x="1980" y="4681"/>
                    <a:pt x="1692" y="4429"/>
                    <a:pt x="1692" y="3889"/>
                  </a:cubicBezTo>
                  <a:cubicBezTo>
                    <a:pt x="1692" y="3385"/>
                    <a:pt x="2016" y="3025"/>
                    <a:pt x="2521" y="2809"/>
                  </a:cubicBezTo>
                  <a:cubicBezTo>
                    <a:pt x="2665" y="2773"/>
                    <a:pt x="2881" y="2701"/>
                    <a:pt x="3061" y="2629"/>
                  </a:cubicBezTo>
                  <a:close/>
                  <a:moveTo>
                    <a:pt x="2809" y="0"/>
                  </a:moveTo>
                  <a:cubicBezTo>
                    <a:pt x="1188" y="0"/>
                    <a:pt x="252" y="612"/>
                    <a:pt x="180" y="1512"/>
                  </a:cubicBezTo>
                  <a:cubicBezTo>
                    <a:pt x="288" y="1872"/>
                    <a:pt x="540" y="2052"/>
                    <a:pt x="972" y="2052"/>
                  </a:cubicBezTo>
                  <a:cubicBezTo>
                    <a:pt x="1404" y="2052"/>
                    <a:pt x="1764" y="1764"/>
                    <a:pt x="1800" y="1044"/>
                  </a:cubicBezTo>
                  <a:lnTo>
                    <a:pt x="1836" y="576"/>
                  </a:lnTo>
                  <a:lnTo>
                    <a:pt x="2160" y="576"/>
                  </a:lnTo>
                  <a:cubicBezTo>
                    <a:pt x="2881" y="576"/>
                    <a:pt x="3061" y="864"/>
                    <a:pt x="3061" y="1800"/>
                  </a:cubicBezTo>
                  <a:lnTo>
                    <a:pt x="3061" y="2160"/>
                  </a:lnTo>
                  <a:cubicBezTo>
                    <a:pt x="2737" y="2232"/>
                    <a:pt x="2449" y="2304"/>
                    <a:pt x="2196" y="2377"/>
                  </a:cubicBezTo>
                  <a:cubicBezTo>
                    <a:pt x="468" y="2881"/>
                    <a:pt x="0" y="3421"/>
                    <a:pt x="0" y="4177"/>
                  </a:cubicBezTo>
                  <a:cubicBezTo>
                    <a:pt x="0" y="5077"/>
                    <a:pt x="612" y="5581"/>
                    <a:pt x="1512" y="5581"/>
                  </a:cubicBezTo>
                  <a:cubicBezTo>
                    <a:pt x="2268" y="5581"/>
                    <a:pt x="2629" y="5257"/>
                    <a:pt x="3133" y="4789"/>
                  </a:cubicBezTo>
                  <a:cubicBezTo>
                    <a:pt x="3313" y="5257"/>
                    <a:pt x="3709" y="5545"/>
                    <a:pt x="4357" y="5545"/>
                  </a:cubicBezTo>
                  <a:cubicBezTo>
                    <a:pt x="5041" y="5545"/>
                    <a:pt x="5473" y="5329"/>
                    <a:pt x="5725" y="4753"/>
                  </a:cubicBezTo>
                  <a:lnTo>
                    <a:pt x="5437" y="4537"/>
                  </a:lnTo>
                  <a:cubicBezTo>
                    <a:pt x="5293" y="4717"/>
                    <a:pt x="5221" y="4789"/>
                    <a:pt x="5077" y="4789"/>
                  </a:cubicBezTo>
                  <a:cubicBezTo>
                    <a:pt x="4933" y="4789"/>
                    <a:pt x="4825" y="4681"/>
                    <a:pt x="4825" y="4465"/>
                  </a:cubicBezTo>
                  <a:lnTo>
                    <a:pt x="4825" y="2052"/>
                  </a:lnTo>
                  <a:cubicBezTo>
                    <a:pt x="4825" y="612"/>
                    <a:pt x="4249" y="0"/>
                    <a:pt x="2809" y="0"/>
                  </a:cubicBez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447050" y="1331250"/>
              <a:ext cx="99925" cy="172875"/>
            </a:xfrm>
            <a:custGeom>
              <a:avLst/>
              <a:gdLst/>
              <a:ahLst/>
              <a:cxnLst/>
              <a:rect l="l" t="t" r="r" b="b"/>
              <a:pathLst>
                <a:path w="3997" h="6915" extrusionOk="0">
                  <a:moveTo>
                    <a:pt x="1404" y="1"/>
                  </a:moveTo>
                  <a:lnTo>
                    <a:pt x="828" y="1513"/>
                  </a:lnTo>
                  <a:lnTo>
                    <a:pt x="0" y="1621"/>
                  </a:lnTo>
                  <a:lnTo>
                    <a:pt x="0" y="2233"/>
                  </a:lnTo>
                  <a:lnTo>
                    <a:pt x="720" y="2233"/>
                  </a:lnTo>
                  <a:lnTo>
                    <a:pt x="720" y="4322"/>
                  </a:lnTo>
                  <a:cubicBezTo>
                    <a:pt x="720" y="4718"/>
                    <a:pt x="720" y="5006"/>
                    <a:pt x="720" y="5402"/>
                  </a:cubicBezTo>
                  <a:cubicBezTo>
                    <a:pt x="720" y="6482"/>
                    <a:pt x="1296" y="6914"/>
                    <a:pt x="2341" y="6914"/>
                  </a:cubicBezTo>
                  <a:cubicBezTo>
                    <a:pt x="3169" y="6914"/>
                    <a:pt x="3709" y="6590"/>
                    <a:pt x="3997" y="6050"/>
                  </a:cubicBezTo>
                  <a:lnTo>
                    <a:pt x="3709" y="5762"/>
                  </a:lnTo>
                  <a:cubicBezTo>
                    <a:pt x="3493" y="5942"/>
                    <a:pt x="3313" y="6014"/>
                    <a:pt x="3097" y="6014"/>
                  </a:cubicBezTo>
                  <a:cubicBezTo>
                    <a:pt x="2773" y="6014"/>
                    <a:pt x="2521" y="5798"/>
                    <a:pt x="2521" y="5294"/>
                  </a:cubicBezTo>
                  <a:lnTo>
                    <a:pt x="2521" y="2233"/>
                  </a:lnTo>
                  <a:lnTo>
                    <a:pt x="3709" y="2233"/>
                  </a:lnTo>
                  <a:lnTo>
                    <a:pt x="3709" y="1513"/>
                  </a:lnTo>
                  <a:lnTo>
                    <a:pt x="2521" y="1513"/>
                  </a:lnTo>
                  <a:lnTo>
                    <a:pt x="2557" y="1"/>
                  </a:ln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552350" y="1300650"/>
              <a:ext cx="48650" cy="83750"/>
            </a:xfrm>
            <a:custGeom>
              <a:avLst/>
              <a:gdLst/>
              <a:ahLst/>
              <a:cxnLst/>
              <a:rect l="l" t="t" r="r" b="b"/>
              <a:pathLst>
                <a:path w="1946" h="3350" extrusionOk="0">
                  <a:moveTo>
                    <a:pt x="937" y="1"/>
                  </a:moveTo>
                  <a:cubicBezTo>
                    <a:pt x="505" y="1"/>
                    <a:pt x="73" y="325"/>
                    <a:pt x="73" y="829"/>
                  </a:cubicBezTo>
                  <a:cubicBezTo>
                    <a:pt x="73" y="1117"/>
                    <a:pt x="181" y="1369"/>
                    <a:pt x="541" y="1621"/>
                  </a:cubicBezTo>
                  <a:lnTo>
                    <a:pt x="1009" y="1945"/>
                  </a:lnTo>
                  <a:cubicBezTo>
                    <a:pt x="757" y="2377"/>
                    <a:pt x="361" y="2737"/>
                    <a:pt x="1" y="2953"/>
                  </a:cubicBezTo>
                  <a:lnTo>
                    <a:pt x="181" y="3349"/>
                  </a:lnTo>
                  <a:cubicBezTo>
                    <a:pt x="1225" y="2917"/>
                    <a:pt x="1945" y="2125"/>
                    <a:pt x="1945" y="1189"/>
                  </a:cubicBezTo>
                  <a:cubicBezTo>
                    <a:pt x="1945" y="865"/>
                    <a:pt x="1873" y="541"/>
                    <a:pt x="1693" y="289"/>
                  </a:cubicBezTo>
                  <a:cubicBezTo>
                    <a:pt x="1513" y="145"/>
                    <a:pt x="1297" y="1"/>
                    <a:pt x="937" y="1"/>
                  </a:cubicBez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595575" y="1364575"/>
              <a:ext cx="114350" cy="139550"/>
            </a:xfrm>
            <a:custGeom>
              <a:avLst/>
              <a:gdLst/>
              <a:ahLst/>
              <a:cxnLst/>
              <a:rect l="l" t="t" r="r" b="b"/>
              <a:pathLst>
                <a:path w="4574" h="5582" extrusionOk="0">
                  <a:moveTo>
                    <a:pt x="2449" y="0"/>
                  </a:moveTo>
                  <a:cubicBezTo>
                    <a:pt x="900" y="0"/>
                    <a:pt x="72" y="792"/>
                    <a:pt x="72" y="1764"/>
                  </a:cubicBezTo>
                  <a:cubicBezTo>
                    <a:pt x="72" y="2593"/>
                    <a:pt x="540" y="3133"/>
                    <a:pt x="1441" y="3385"/>
                  </a:cubicBezTo>
                  <a:lnTo>
                    <a:pt x="2053" y="3565"/>
                  </a:lnTo>
                  <a:cubicBezTo>
                    <a:pt x="2809" y="3781"/>
                    <a:pt x="2989" y="3997"/>
                    <a:pt x="2989" y="4321"/>
                  </a:cubicBezTo>
                  <a:cubicBezTo>
                    <a:pt x="2989" y="4753"/>
                    <a:pt x="2629" y="4969"/>
                    <a:pt x="1981" y="4969"/>
                  </a:cubicBezTo>
                  <a:cubicBezTo>
                    <a:pt x="1693" y="4969"/>
                    <a:pt x="1405" y="4933"/>
                    <a:pt x="1152" y="4825"/>
                  </a:cubicBezTo>
                  <a:lnTo>
                    <a:pt x="936" y="3745"/>
                  </a:lnTo>
                  <a:lnTo>
                    <a:pt x="36" y="3745"/>
                  </a:lnTo>
                  <a:lnTo>
                    <a:pt x="0" y="5077"/>
                  </a:lnTo>
                  <a:cubicBezTo>
                    <a:pt x="612" y="5401"/>
                    <a:pt x="1261" y="5581"/>
                    <a:pt x="1981" y="5581"/>
                  </a:cubicBezTo>
                  <a:cubicBezTo>
                    <a:pt x="3565" y="5581"/>
                    <a:pt x="4573" y="4897"/>
                    <a:pt x="4573" y="3781"/>
                  </a:cubicBezTo>
                  <a:cubicBezTo>
                    <a:pt x="4573" y="2953"/>
                    <a:pt x="4141" y="2413"/>
                    <a:pt x="3061" y="2088"/>
                  </a:cubicBezTo>
                  <a:lnTo>
                    <a:pt x="2485" y="1944"/>
                  </a:lnTo>
                  <a:cubicBezTo>
                    <a:pt x="1693" y="1728"/>
                    <a:pt x="1549" y="1512"/>
                    <a:pt x="1549" y="1224"/>
                  </a:cubicBezTo>
                  <a:cubicBezTo>
                    <a:pt x="1549" y="828"/>
                    <a:pt x="1873" y="612"/>
                    <a:pt x="2377" y="612"/>
                  </a:cubicBezTo>
                  <a:cubicBezTo>
                    <a:pt x="2629" y="612"/>
                    <a:pt x="2845" y="648"/>
                    <a:pt x="3025" y="684"/>
                  </a:cubicBezTo>
                  <a:lnTo>
                    <a:pt x="3241" y="1620"/>
                  </a:lnTo>
                  <a:lnTo>
                    <a:pt x="4141" y="1620"/>
                  </a:lnTo>
                  <a:lnTo>
                    <a:pt x="4213" y="468"/>
                  </a:lnTo>
                  <a:cubicBezTo>
                    <a:pt x="3637" y="180"/>
                    <a:pt x="3097" y="0"/>
                    <a:pt x="2449" y="0"/>
                  </a:cubicBez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781900" y="1364575"/>
              <a:ext cx="163850" cy="135050"/>
            </a:xfrm>
            <a:custGeom>
              <a:avLst/>
              <a:gdLst/>
              <a:ahLst/>
              <a:cxnLst/>
              <a:rect l="l" t="t" r="r" b="b"/>
              <a:pathLst>
                <a:path w="6554" h="5402" extrusionOk="0">
                  <a:moveTo>
                    <a:pt x="2269" y="0"/>
                  </a:moveTo>
                  <a:lnTo>
                    <a:pt x="1" y="720"/>
                  </a:lnTo>
                  <a:lnTo>
                    <a:pt x="1" y="1152"/>
                  </a:lnTo>
                  <a:lnTo>
                    <a:pt x="721" y="1260"/>
                  </a:lnTo>
                  <a:cubicBezTo>
                    <a:pt x="721" y="1692"/>
                    <a:pt x="757" y="1908"/>
                    <a:pt x="757" y="2521"/>
                  </a:cubicBezTo>
                  <a:lnTo>
                    <a:pt x="757" y="3133"/>
                  </a:lnTo>
                  <a:cubicBezTo>
                    <a:pt x="757" y="3601"/>
                    <a:pt x="757" y="4249"/>
                    <a:pt x="721" y="4753"/>
                  </a:cubicBezTo>
                  <a:lnTo>
                    <a:pt x="109" y="4897"/>
                  </a:lnTo>
                  <a:lnTo>
                    <a:pt x="109" y="5401"/>
                  </a:lnTo>
                  <a:lnTo>
                    <a:pt x="3097" y="5401"/>
                  </a:lnTo>
                  <a:lnTo>
                    <a:pt x="3097" y="4897"/>
                  </a:lnTo>
                  <a:lnTo>
                    <a:pt x="2557" y="4789"/>
                  </a:lnTo>
                  <a:cubicBezTo>
                    <a:pt x="2557" y="4249"/>
                    <a:pt x="2557" y="3601"/>
                    <a:pt x="2557" y="3133"/>
                  </a:cubicBezTo>
                  <a:lnTo>
                    <a:pt x="2557" y="1440"/>
                  </a:lnTo>
                  <a:cubicBezTo>
                    <a:pt x="2881" y="1188"/>
                    <a:pt x="3241" y="1044"/>
                    <a:pt x="3529" y="1044"/>
                  </a:cubicBezTo>
                  <a:cubicBezTo>
                    <a:pt x="3961" y="1044"/>
                    <a:pt x="4141" y="1296"/>
                    <a:pt x="4141" y="1980"/>
                  </a:cubicBezTo>
                  <a:lnTo>
                    <a:pt x="4141" y="3133"/>
                  </a:lnTo>
                  <a:cubicBezTo>
                    <a:pt x="4141" y="3601"/>
                    <a:pt x="4141" y="4249"/>
                    <a:pt x="4141" y="4789"/>
                  </a:cubicBezTo>
                  <a:lnTo>
                    <a:pt x="3565" y="4897"/>
                  </a:lnTo>
                  <a:lnTo>
                    <a:pt x="3565" y="5401"/>
                  </a:lnTo>
                  <a:lnTo>
                    <a:pt x="6554" y="5401"/>
                  </a:lnTo>
                  <a:lnTo>
                    <a:pt x="6554" y="4897"/>
                  </a:lnTo>
                  <a:lnTo>
                    <a:pt x="5978" y="4789"/>
                  </a:lnTo>
                  <a:cubicBezTo>
                    <a:pt x="5978" y="4249"/>
                    <a:pt x="5978" y="3601"/>
                    <a:pt x="5978" y="3133"/>
                  </a:cubicBezTo>
                  <a:lnTo>
                    <a:pt x="5978" y="1872"/>
                  </a:lnTo>
                  <a:cubicBezTo>
                    <a:pt x="5978" y="612"/>
                    <a:pt x="5330" y="0"/>
                    <a:pt x="4357" y="0"/>
                  </a:cubicBezTo>
                  <a:cubicBezTo>
                    <a:pt x="3673" y="0"/>
                    <a:pt x="3097" y="252"/>
                    <a:pt x="2521" y="900"/>
                  </a:cubicBezTo>
                  <a:lnTo>
                    <a:pt x="2449" y="144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952025" y="1364575"/>
              <a:ext cx="131450" cy="139550"/>
            </a:xfrm>
            <a:custGeom>
              <a:avLst/>
              <a:gdLst/>
              <a:ahLst/>
              <a:cxnLst/>
              <a:rect l="l" t="t" r="r" b="b"/>
              <a:pathLst>
                <a:path w="5258" h="5582" extrusionOk="0">
                  <a:moveTo>
                    <a:pt x="2809" y="576"/>
                  </a:moveTo>
                  <a:cubicBezTo>
                    <a:pt x="3206" y="576"/>
                    <a:pt x="3566" y="900"/>
                    <a:pt x="3566" y="1620"/>
                  </a:cubicBezTo>
                  <a:cubicBezTo>
                    <a:pt x="3566" y="2124"/>
                    <a:pt x="3422" y="2304"/>
                    <a:pt x="2882" y="2304"/>
                  </a:cubicBezTo>
                  <a:lnTo>
                    <a:pt x="1909" y="2304"/>
                  </a:lnTo>
                  <a:cubicBezTo>
                    <a:pt x="1945" y="1008"/>
                    <a:pt x="2377" y="576"/>
                    <a:pt x="2809" y="576"/>
                  </a:cubicBezTo>
                  <a:close/>
                  <a:moveTo>
                    <a:pt x="2918" y="0"/>
                  </a:moveTo>
                  <a:cubicBezTo>
                    <a:pt x="1441" y="0"/>
                    <a:pt x="1" y="1008"/>
                    <a:pt x="1" y="2809"/>
                  </a:cubicBezTo>
                  <a:cubicBezTo>
                    <a:pt x="1" y="4537"/>
                    <a:pt x="1153" y="5581"/>
                    <a:pt x="2809" y="5581"/>
                  </a:cubicBezTo>
                  <a:cubicBezTo>
                    <a:pt x="3926" y="5581"/>
                    <a:pt x="4754" y="5149"/>
                    <a:pt x="5186" y="4285"/>
                  </a:cubicBezTo>
                  <a:lnTo>
                    <a:pt x="4790" y="3961"/>
                  </a:lnTo>
                  <a:cubicBezTo>
                    <a:pt x="4466" y="4285"/>
                    <a:pt x="4034" y="4537"/>
                    <a:pt x="3422" y="4537"/>
                  </a:cubicBezTo>
                  <a:cubicBezTo>
                    <a:pt x="2629" y="4537"/>
                    <a:pt x="1981" y="4033"/>
                    <a:pt x="1909" y="2881"/>
                  </a:cubicBezTo>
                  <a:lnTo>
                    <a:pt x="5186" y="2881"/>
                  </a:lnTo>
                  <a:cubicBezTo>
                    <a:pt x="5222" y="2701"/>
                    <a:pt x="5258" y="2521"/>
                    <a:pt x="5258" y="2304"/>
                  </a:cubicBezTo>
                  <a:cubicBezTo>
                    <a:pt x="5258" y="1008"/>
                    <a:pt x="4394" y="0"/>
                    <a:pt x="2918" y="0"/>
                  </a:cubicBez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092475" y="1369075"/>
              <a:ext cx="150350" cy="130550"/>
            </a:xfrm>
            <a:custGeom>
              <a:avLst/>
              <a:gdLst/>
              <a:ahLst/>
              <a:cxnLst/>
              <a:rect l="l" t="t" r="r" b="b"/>
              <a:pathLst>
                <a:path w="6014" h="5222" extrusionOk="0">
                  <a:moveTo>
                    <a:pt x="36" y="0"/>
                  </a:moveTo>
                  <a:lnTo>
                    <a:pt x="36" y="468"/>
                  </a:lnTo>
                  <a:lnTo>
                    <a:pt x="648" y="576"/>
                  </a:lnTo>
                  <a:lnTo>
                    <a:pt x="2124" y="2845"/>
                  </a:lnTo>
                  <a:lnTo>
                    <a:pt x="792" y="4609"/>
                  </a:lnTo>
                  <a:lnTo>
                    <a:pt x="0" y="4717"/>
                  </a:lnTo>
                  <a:lnTo>
                    <a:pt x="0" y="5221"/>
                  </a:lnTo>
                  <a:lnTo>
                    <a:pt x="2124" y="5221"/>
                  </a:lnTo>
                  <a:lnTo>
                    <a:pt x="2124" y="4717"/>
                  </a:lnTo>
                  <a:lnTo>
                    <a:pt x="1584" y="4609"/>
                  </a:lnTo>
                  <a:lnTo>
                    <a:pt x="2448" y="3349"/>
                  </a:lnTo>
                  <a:lnTo>
                    <a:pt x="3313" y="4645"/>
                  </a:lnTo>
                  <a:lnTo>
                    <a:pt x="2773" y="4717"/>
                  </a:lnTo>
                  <a:lnTo>
                    <a:pt x="2773" y="5221"/>
                  </a:lnTo>
                  <a:lnTo>
                    <a:pt x="6013" y="5221"/>
                  </a:lnTo>
                  <a:lnTo>
                    <a:pt x="6013" y="4717"/>
                  </a:lnTo>
                  <a:lnTo>
                    <a:pt x="5365" y="4609"/>
                  </a:lnTo>
                  <a:lnTo>
                    <a:pt x="3853" y="2305"/>
                  </a:lnTo>
                  <a:lnTo>
                    <a:pt x="5185" y="612"/>
                  </a:lnTo>
                  <a:lnTo>
                    <a:pt x="5833" y="468"/>
                  </a:lnTo>
                  <a:lnTo>
                    <a:pt x="5833" y="0"/>
                  </a:lnTo>
                  <a:lnTo>
                    <a:pt x="3853" y="0"/>
                  </a:lnTo>
                  <a:lnTo>
                    <a:pt x="3853" y="468"/>
                  </a:lnTo>
                  <a:lnTo>
                    <a:pt x="4393" y="612"/>
                  </a:lnTo>
                  <a:lnTo>
                    <a:pt x="3529" y="1800"/>
                  </a:lnTo>
                  <a:lnTo>
                    <a:pt x="2701" y="540"/>
                  </a:lnTo>
                  <a:lnTo>
                    <a:pt x="3205" y="468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250900" y="1331250"/>
              <a:ext cx="99925" cy="172875"/>
            </a:xfrm>
            <a:custGeom>
              <a:avLst/>
              <a:gdLst/>
              <a:ahLst/>
              <a:cxnLst/>
              <a:rect l="l" t="t" r="r" b="b"/>
              <a:pathLst>
                <a:path w="3997" h="6915" extrusionOk="0">
                  <a:moveTo>
                    <a:pt x="1404" y="1"/>
                  </a:moveTo>
                  <a:lnTo>
                    <a:pt x="828" y="1513"/>
                  </a:lnTo>
                  <a:lnTo>
                    <a:pt x="0" y="1621"/>
                  </a:lnTo>
                  <a:lnTo>
                    <a:pt x="0" y="2233"/>
                  </a:lnTo>
                  <a:lnTo>
                    <a:pt x="720" y="2233"/>
                  </a:lnTo>
                  <a:lnTo>
                    <a:pt x="720" y="4322"/>
                  </a:lnTo>
                  <a:cubicBezTo>
                    <a:pt x="720" y="4718"/>
                    <a:pt x="720" y="5006"/>
                    <a:pt x="720" y="5402"/>
                  </a:cubicBezTo>
                  <a:cubicBezTo>
                    <a:pt x="720" y="6482"/>
                    <a:pt x="1332" y="6914"/>
                    <a:pt x="2341" y="6914"/>
                  </a:cubicBezTo>
                  <a:cubicBezTo>
                    <a:pt x="3169" y="6914"/>
                    <a:pt x="3709" y="6590"/>
                    <a:pt x="3997" y="6050"/>
                  </a:cubicBezTo>
                  <a:lnTo>
                    <a:pt x="3745" y="5762"/>
                  </a:lnTo>
                  <a:cubicBezTo>
                    <a:pt x="3529" y="5942"/>
                    <a:pt x="3313" y="6014"/>
                    <a:pt x="3097" y="6014"/>
                  </a:cubicBezTo>
                  <a:cubicBezTo>
                    <a:pt x="2773" y="6014"/>
                    <a:pt x="2521" y="5798"/>
                    <a:pt x="2521" y="5294"/>
                  </a:cubicBezTo>
                  <a:lnTo>
                    <a:pt x="2521" y="2233"/>
                  </a:lnTo>
                  <a:lnTo>
                    <a:pt x="3745" y="2233"/>
                  </a:lnTo>
                  <a:lnTo>
                    <a:pt x="3745" y="1513"/>
                  </a:lnTo>
                  <a:lnTo>
                    <a:pt x="2521" y="1513"/>
                  </a:lnTo>
                  <a:lnTo>
                    <a:pt x="2557" y="1"/>
                  </a:ln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445325" y="1351950"/>
              <a:ext cx="103550" cy="147675"/>
            </a:xfrm>
            <a:custGeom>
              <a:avLst/>
              <a:gdLst/>
              <a:ahLst/>
              <a:cxnLst/>
              <a:rect l="l" t="t" r="r" b="b"/>
              <a:pathLst>
                <a:path w="4142" h="5907" extrusionOk="0">
                  <a:moveTo>
                    <a:pt x="1" y="1"/>
                  </a:moveTo>
                  <a:lnTo>
                    <a:pt x="1" y="5906"/>
                  </a:lnTo>
                  <a:lnTo>
                    <a:pt x="4141" y="29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14"/>
            </a:p>
          </p:txBody>
        </p:sp>
      </p:grpSp>
      <p:sp>
        <p:nvSpPr>
          <p:cNvPr id="44" name="Google Shape;44;p2"/>
          <p:cNvSpPr/>
          <p:nvPr/>
        </p:nvSpPr>
        <p:spPr>
          <a:xfrm>
            <a:off x="207628" y="6967929"/>
            <a:ext cx="1063973" cy="636027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4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45" name="Google Shape;4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68336" y="6383320"/>
            <a:ext cx="1063973" cy="10639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282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 1">
    <p:bg>
      <p:bgPr>
        <a:solidFill>
          <a:srgbClr val="00274C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 rot="-5400000">
            <a:off x="10557496" y="4504773"/>
            <a:ext cx="2746293" cy="3788960"/>
          </a:xfrm>
          <a:prstGeom prst="rtTriangle">
            <a:avLst/>
          </a:prstGeom>
          <a:solidFill>
            <a:srgbClr val="FFCB0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4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8" name="Google Shape;48;p3"/>
          <p:cNvSpPr txBox="1">
            <a:spLocks noGrp="1"/>
          </p:cNvSpPr>
          <p:nvPr>
            <p:ph type="ctrTitle"/>
          </p:nvPr>
        </p:nvSpPr>
        <p:spPr>
          <a:xfrm>
            <a:off x="739613" y="1490747"/>
            <a:ext cx="12580907" cy="281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3217" i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3217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207628" y="6967929"/>
            <a:ext cx="1063973" cy="636027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4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50" name="Google Shape;5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68336" y="6383320"/>
            <a:ext cx="1063973" cy="10639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828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">
  <p:cSld name="Title slide 1 1">
    <p:bg>
      <p:bgPr>
        <a:solidFill>
          <a:srgbClr val="00274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 rot="-5400000">
            <a:off x="10557496" y="4504773"/>
            <a:ext cx="2746293" cy="3788960"/>
          </a:xfrm>
          <a:prstGeom prst="rtTriangle">
            <a:avLst/>
          </a:prstGeom>
          <a:solidFill>
            <a:srgbClr val="FFCB0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4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07628" y="6967929"/>
            <a:ext cx="1063973" cy="636027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4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54" name="Google Shape;54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68336" y="6383320"/>
            <a:ext cx="1063973" cy="106397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 txBox="1"/>
          <p:nvPr/>
        </p:nvSpPr>
        <p:spPr>
          <a:xfrm>
            <a:off x="739613" y="798667"/>
            <a:ext cx="8233440" cy="1903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6570" tIns="56570" rIns="56570" bIns="5657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13" b="1" i="1">
                <a:solidFill>
                  <a:srgbClr val="FFCB0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Thank you</a:t>
            </a:r>
            <a:r>
              <a:rPr lang="en" sz="3713" b="1">
                <a:solidFill>
                  <a:srgbClr val="FFCB0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!</a:t>
            </a:r>
            <a:endParaRPr sz="3713" b="1">
              <a:solidFill>
                <a:srgbClr val="FFCB0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6" name="Google Shape;56;p4"/>
          <p:cNvSpPr txBox="1">
            <a:spLocks noGrp="1"/>
          </p:cNvSpPr>
          <p:nvPr>
            <p:ph type="subTitle" idx="1"/>
          </p:nvPr>
        </p:nvSpPr>
        <p:spPr>
          <a:xfrm>
            <a:off x="928617" y="2702214"/>
            <a:ext cx="11418107" cy="3197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6322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rgbClr val="00274C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/>
        </p:nvSpPr>
        <p:spPr>
          <a:xfrm>
            <a:off x="739613" y="798667"/>
            <a:ext cx="8233440" cy="1903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6570" tIns="56570" rIns="56570" bIns="5657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13" b="1" i="1">
                <a:solidFill>
                  <a:srgbClr val="FFCB0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Thank you</a:t>
            </a:r>
            <a:r>
              <a:rPr lang="en" sz="3713" b="1">
                <a:solidFill>
                  <a:srgbClr val="FFCB0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!</a:t>
            </a:r>
            <a:endParaRPr sz="3713" b="1">
              <a:solidFill>
                <a:srgbClr val="FFCB0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1"/>
          </p:nvPr>
        </p:nvSpPr>
        <p:spPr>
          <a:xfrm>
            <a:off x="928617" y="2702214"/>
            <a:ext cx="11418107" cy="3197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99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5"/>
          <p:cNvSpPr/>
          <p:nvPr/>
        </p:nvSpPr>
        <p:spPr>
          <a:xfrm rot="-5400000">
            <a:off x="10557496" y="4504773"/>
            <a:ext cx="2746293" cy="3788960"/>
          </a:xfrm>
          <a:prstGeom prst="rtTriangle">
            <a:avLst/>
          </a:prstGeom>
          <a:solidFill>
            <a:srgbClr val="FFCB0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4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61" name="Google Shape;61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368336" y="6383320"/>
            <a:ext cx="1063973" cy="10639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902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>
            <a:spLocks noGrp="1"/>
          </p:cNvSpPr>
          <p:nvPr>
            <p:ph type="title"/>
          </p:nvPr>
        </p:nvSpPr>
        <p:spPr>
          <a:xfrm>
            <a:off x="471016" y="3250178"/>
            <a:ext cx="12875573" cy="12720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228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228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228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228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228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228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228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228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228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94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471016" y="442196"/>
            <a:ext cx="12875573" cy="8654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body" idx="1"/>
          </p:nvPr>
        </p:nvSpPr>
        <p:spPr>
          <a:xfrm>
            <a:off x="471016" y="1511224"/>
            <a:ext cx="12875573" cy="5162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565771" lvl="1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48657" lvl="2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131542" lvl="3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414427" lvl="4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1697313" lvl="5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1980198" lvl="6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263083" lvl="7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2545969" lvl="8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7562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-header + Title and body">
  <p:cSld name="Pre-header + Title and bod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471016" y="557343"/>
            <a:ext cx="12875573" cy="615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471016" y="1626371"/>
            <a:ext cx="12875573" cy="5162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565771" lvl="1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48657" lvl="2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131542" lvl="3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414427" lvl="4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1697313" lvl="5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1980198" lvl="6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263083" lvl="7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2545969" lvl="8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subTitle" idx="2"/>
          </p:nvPr>
        </p:nvSpPr>
        <p:spPr>
          <a:xfrm>
            <a:off x="471016" y="310384"/>
            <a:ext cx="12875573" cy="406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5A7"/>
              </a:buClr>
              <a:buSzPts val="1100"/>
              <a:buFont typeface="Open Sans ExtraBold"/>
              <a:buNone/>
              <a:defRPr sz="680">
                <a:solidFill>
                  <a:srgbClr val="2F65A7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F65A7"/>
              </a:buClr>
              <a:buSzPts val="1400"/>
              <a:buNone/>
              <a:defRPr>
                <a:solidFill>
                  <a:srgbClr val="2F65A7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F65A7"/>
              </a:buClr>
              <a:buSzPts val="1400"/>
              <a:buNone/>
              <a:defRPr>
                <a:solidFill>
                  <a:srgbClr val="2F65A7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F65A7"/>
              </a:buClr>
              <a:buSzPts val="1400"/>
              <a:buNone/>
              <a:defRPr>
                <a:solidFill>
                  <a:srgbClr val="2F65A7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F65A7"/>
              </a:buClr>
              <a:buSzPts val="1400"/>
              <a:buNone/>
              <a:defRPr>
                <a:solidFill>
                  <a:srgbClr val="2F65A7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F65A7"/>
              </a:buClr>
              <a:buSzPts val="1400"/>
              <a:buNone/>
              <a:defRPr>
                <a:solidFill>
                  <a:srgbClr val="2F65A7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F65A7"/>
              </a:buClr>
              <a:buSzPts val="1400"/>
              <a:buNone/>
              <a:defRPr>
                <a:solidFill>
                  <a:srgbClr val="2F65A7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F65A7"/>
              </a:buClr>
              <a:buSzPts val="1400"/>
              <a:buNone/>
              <a:defRPr>
                <a:solidFill>
                  <a:srgbClr val="2F65A7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F65A7"/>
              </a:buClr>
              <a:buSzPts val="1400"/>
              <a:buNone/>
              <a:defRPr>
                <a:solidFill>
                  <a:srgbClr val="2F65A7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9410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7302296" y="1621913"/>
            <a:ext cx="6044293" cy="653707"/>
          </a:xfrm>
          <a:prstGeom prst="rect">
            <a:avLst/>
          </a:prstGeom>
          <a:solidFill>
            <a:srgbClr val="D4DAEB"/>
          </a:solidFill>
          <a:ln>
            <a:noFill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4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471016" y="1621913"/>
            <a:ext cx="6044293" cy="653707"/>
          </a:xfrm>
          <a:prstGeom prst="rect">
            <a:avLst/>
          </a:prstGeom>
          <a:solidFill>
            <a:srgbClr val="D4DAEB"/>
          </a:solidFill>
          <a:ln>
            <a:noFill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4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471016" y="442196"/>
            <a:ext cx="12875573" cy="8654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1"/>
          </p:nvPr>
        </p:nvSpPr>
        <p:spPr>
          <a:xfrm>
            <a:off x="471016" y="2202067"/>
            <a:ext cx="6044293" cy="4471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565771" lvl="1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48657" lvl="2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131542" lvl="3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414427" lvl="4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1697313" lvl="5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1980198" lvl="6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263083" lvl="7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2545969" lvl="8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2"/>
          </p:nvPr>
        </p:nvSpPr>
        <p:spPr>
          <a:xfrm>
            <a:off x="7302296" y="2202104"/>
            <a:ext cx="6044293" cy="4471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565771" lvl="1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48657" lvl="2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131542" lvl="3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414427" lvl="4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1697313" lvl="5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1980198" lvl="6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263083" lvl="7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2545969" lvl="8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3"/>
          </p:nvPr>
        </p:nvSpPr>
        <p:spPr>
          <a:xfrm>
            <a:off x="471016" y="1391627"/>
            <a:ext cx="6044293" cy="653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600"/>
              <a:buFont typeface="Open Sans ExtraBold"/>
              <a:buNone/>
              <a:defRPr sz="990">
                <a:solidFill>
                  <a:srgbClr val="00274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4"/>
          </p:nvPr>
        </p:nvSpPr>
        <p:spPr>
          <a:xfrm>
            <a:off x="7302296" y="1391627"/>
            <a:ext cx="6044293" cy="653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600"/>
              <a:buFont typeface="Open Sans ExtraBold"/>
              <a:buNone/>
              <a:defRPr sz="990">
                <a:solidFill>
                  <a:srgbClr val="00274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735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 + 1 column">
  <p:cSld name="Title + Subtitle + 1 colum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471016" y="442196"/>
            <a:ext cx="12875573" cy="8654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71016" y="2202067"/>
            <a:ext cx="6044293" cy="4471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565771" lvl="1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848657" lvl="2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131542" lvl="3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414427" lvl="4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1697313" lvl="5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1980198" lvl="6" indent="-1964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2263083" lvl="7" indent="-1964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2545969" lvl="8" indent="-1964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ubTitle" idx="2"/>
          </p:nvPr>
        </p:nvSpPr>
        <p:spPr>
          <a:xfrm>
            <a:off x="471016" y="1391627"/>
            <a:ext cx="12875573" cy="653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pen Sans ExtraBold"/>
              <a:buNone/>
              <a:defRPr sz="99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99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923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bg>
      <p:bgPr>
        <a:solidFill>
          <a:srgbClr val="00274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471016" y="442196"/>
            <a:ext cx="12875573" cy="8654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471016" y="1511224"/>
            <a:ext cx="12875573" cy="5162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marL="565771" lvl="1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848657" lvl="2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131542" lvl="3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414427" lvl="4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1697313" lvl="5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1980198" lvl="6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263083" lvl="7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2545969" lvl="8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86" name="Google Shape;86;p11"/>
          <p:cNvGrpSpPr/>
          <p:nvPr/>
        </p:nvGrpSpPr>
        <p:grpSpPr>
          <a:xfrm rot="-2130702">
            <a:off x="12747981" y="6905530"/>
            <a:ext cx="1116427" cy="595609"/>
            <a:chOff x="6945798" y="4422903"/>
            <a:chExt cx="738900" cy="394200"/>
          </a:xfrm>
        </p:grpSpPr>
        <p:sp>
          <p:nvSpPr>
            <p:cNvPr id="87" name="Google Shape;87;p11"/>
            <p:cNvSpPr txBox="1"/>
            <p:nvPr/>
          </p:nvSpPr>
          <p:spPr>
            <a:xfrm rot="-4187">
              <a:off x="6945798" y="4423353"/>
              <a:ext cx="738901" cy="39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fld id="{00000000-1234-1234-1234-123412341234}" type="slidenum">
                <a:rPr lang="en" sz="619">
                  <a:solidFill>
                    <a:srgbClr val="FFFFFF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t>‹#›</a:t>
              </a:fld>
              <a:endParaRPr sz="61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cxnSp>
          <p:nvCxnSpPr>
            <p:cNvPr id="88" name="Google Shape;88;p11"/>
            <p:cNvCxnSpPr/>
            <p:nvPr/>
          </p:nvCxnSpPr>
          <p:spPr>
            <a:xfrm>
              <a:off x="7201825" y="4703625"/>
              <a:ext cx="226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60996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>
            <a:spLocks noGrp="1"/>
          </p:cNvSpPr>
          <p:nvPr>
            <p:ph type="title"/>
          </p:nvPr>
        </p:nvSpPr>
        <p:spPr>
          <a:xfrm>
            <a:off x="471016" y="442196"/>
            <a:ext cx="12875573" cy="8654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5012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rgbClr val="00274C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471016" y="839580"/>
            <a:ext cx="5054213" cy="11419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471016" y="2099847"/>
            <a:ext cx="5054213" cy="48044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marL="565771" lvl="1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848657" lvl="2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131542" lvl="3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414427" lvl="4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1697313" lvl="5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1980198" lvl="6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263083" lvl="7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2545969" lvl="8" indent="-19644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94" name="Google Shape;94;p13"/>
          <p:cNvGrpSpPr/>
          <p:nvPr/>
        </p:nvGrpSpPr>
        <p:grpSpPr>
          <a:xfrm rot="-2130702">
            <a:off x="12747981" y="6905530"/>
            <a:ext cx="1116427" cy="595609"/>
            <a:chOff x="6945798" y="4422903"/>
            <a:chExt cx="738900" cy="394200"/>
          </a:xfrm>
        </p:grpSpPr>
        <p:sp>
          <p:nvSpPr>
            <p:cNvPr id="95" name="Google Shape;95;p13"/>
            <p:cNvSpPr txBox="1"/>
            <p:nvPr/>
          </p:nvSpPr>
          <p:spPr>
            <a:xfrm rot="-4187">
              <a:off x="6945798" y="4423353"/>
              <a:ext cx="738901" cy="39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fld id="{00000000-1234-1234-1234-123412341234}" type="slidenum">
                <a:rPr lang="en" sz="619">
                  <a:solidFill>
                    <a:srgbClr val="FFFFFF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t>‹#›</a:t>
              </a:fld>
              <a:endParaRPr sz="61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cxnSp>
          <p:nvCxnSpPr>
            <p:cNvPr id="96" name="Google Shape;96;p13"/>
            <p:cNvCxnSpPr/>
            <p:nvPr/>
          </p:nvCxnSpPr>
          <p:spPr>
            <a:xfrm>
              <a:off x="7201825" y="4703625"/>
              <a:ext cx="226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248986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Divider">
  <p:cSld name="Image Divider">
    <p:bg>
      <p:bgPr>
        <a:solidFill>
          <a:srgbClr val="002F5E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>
            <a:spLocks noGrp="1"/>
          </p:cNvSpPr>
          <p:nvPr>
            <p:ph type="pic" idx="2"/>
          </p:nvPr>
        </p:nvSpPr>
        <p:spPr>
          <a:xfrm>
            <a:off x="-6649" y="0"/>
            <a:ext cx="13824400" cy="77724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4"/>
          <p:cNvSpPr/>
          <p:nvPr/>
        </p:nvSpPr>
        <p:spPr>
          <a:xfrm>
            <a:off x="-115147" y="1636314"/>
            <a:ext cx="5377440" cy="2062667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14"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471013" y="1836461"/>
            <a:ext cx="4662080" cy="15726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485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485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485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485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485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485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485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48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5428" y="7087694"/>
            <a:ext cx="483617" cy="3454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4"/>
          <p:cNvGrpSpPr/>
          <p:nvPr/>
        </p:nvGrpSpPr>
        <p:grpSpPr>
          <a:xfrm rot="-2130702">
            <a:off x="12747981" y="6905530"/>
            <a:ext cx="1116427" cy="595609"/>
            <a:chOff x="6945798" y="4422903"/>
            <a:chExt cx="738900" cy="394200"/>
          </a:xfrm>
        </p:grpSpPr>
        <p:sp>
          <p:nvSpPr>
            <p:cNvPr id="103" name="Google Shape;103;p14"/>
            <p:cNvSpPr txBox="1"/>
            <p:nvPr/>
          </p:nvSpPr>
          <p:spPr>
            <a:xfrm rot="-4187">
              <a:off x="6945798" y="4423353"/>
              <a:ext cx="738901" cy="39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fld id="{00000000-1234-1234-1234-123412341234}" type="slidenum">
                <a:rPr lang="en" sz="619">
                  <a:solidFill>
                    <a:srgbClr val="FFFFFF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t>‹#›</a:t>
              </a:fld>
              <a:endParaRPr sz="61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cxnSp>
          <p:nvCxnSpPr>
            <p:cNvPr id="104" name="Google Shape;104;p14"/>
            <p:cNvCxnSpPr/>
            <p:nvPr/>
          </p:nvCxnSpPr>
          <p:spPr>
            <a:xfrm>
              <a:off x="7201825" y="4703625"/>
              <a:ext cx="226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307746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740824" y="680234"/>
            <a:ext cx="9622453" cy="61816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297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297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297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297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297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297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297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297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297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292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471016" y="6162583"/>
            <a:ext cx="9064853" cy="9143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282886" lvl="0" indent="-14144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7313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rgbClr val="00274C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 hasCustomPrompt="1"/>
          </p:nvPr>
        </p:nvSpPr>
        <p:spPr>
          <a:xfrm>
            <a:off x="471016" y="1671484"/>
            <a:ext cx="12875573" cy="29670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CB05"/>
              </a:buClr>
              <a:buSzPts val="12000"/>
              <a:buNone/>
              <a:defRPr sz="7425">
                <a:solidFill>
                  <a:srgbClr val="FFCB0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CB05"/>
              </a:buClr>
              <a:buSzPts val="12000"/>
              <a:buNone/>
              <a:defRPr sz="7425">
                <a:solidFill>
                  <a:srgbClr val="FFCB0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CB05"/>
              </a:buClr>
              <a:buSzPts val="12000"/>
              <a:buNone/>
              <a:defRPr sz="7425">
                <a:solidFill>
                  <a:srgbClr val="FFCB0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CB05"/>
              </a:buClr>
              <a:buSzPts val="12000"/>
              <a:buNone/>
              <a:defRPr sz="7425">
                <a:solidFill>
                  <a:srgbClr val="FFCB0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CB05"/>
              </a:buClr>
              <a:buSzPts val="12000"/>
              <a:buNone/>
              <a:defRPr sz="7425">
                <a:solidFill>
                  <a:srgbClr val="FFCB0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CB05"/>
              </a:buClr>
              <a:buSzPts val="12000"/>
              <a:buNone/>
              <a:defRPr sz="7425">
                <a:solidFill>
                  <a:srgbClr val="FFCB0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CB05"/>
              </a:buClr>
              <a:buSzPts val="12000"/>
              <a:buNone/>
              <a:defRPr sz="7425">
                <a:solidFill>
                  <a:srgbClr val="FFCB0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CB05"/>
              </a:buClr>
              <a:buSzPts val="12000"/>
              <a:buNone/>
              <a:defRPr sz="7425">
                <a:solidFill>
                  <a:srgbClr val="FFCB0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CB05"/>
              </a:buClr>
              <a:buSzPts val="12000"/>
              <a:buNone/>
              <a:defRPr sz="7425">
                <a:solidFill>
                  <a:srgbClr val="FFCB0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471016" y="4763370"/>
            <a:ext cx="12875573" cy="1965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9644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marL="565771" lvl="1" indent="-19644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848657" lvl="2" indent="-19644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131542" lvl="3" indent="-19644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414427" lvl="4" indent="-19644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1697313" lvl="5" indent="-19644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1980198" lvl="6" indent="-19644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263083" lvl="7" indent="-19644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2545969" lvl="8" indent="-19644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2" name="Google Shape;112;p17"/>
          <p:cNvGrpSpPr/>
          <p:nvPr/>
        </p:nvGrpSpPr>
        <p:grpSpPr>
          <a:xfrm rot="-2130702">
            <a:off x="12747981" y="6905530"/>
            <a:ext cx="1116427" cy="595609"/>
            <a:chOff x="6945798" y="4422903"/>
            <a:chExt cx="738900" cy="394200"/>
          </a:xfrm>
        </p:grpSpPr>
        <p:sp>
          <p:nvSpPr>
            <p:cNvPr id="113" name="Google Shape;113;p17"/>
            <p:cNvSpPr txBox="1"/>
            <p:nvPr/>
          </p:nvSpPr>
          <p:spPr>
            <a:xfrm rot="-4187">
              <a:off x="6945798" y="4423353"/>
              <a:ext cx="738901" cy="39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fld id="{00000000-1234-1234-1234-123412341234}" type="slidenum">
                <a:rPr lang="en" sz="619">
                  <a:solidFill>
                    <a:srgbClr val="FFFFFF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t>‹#›</a:t>
              </a:fld>
              <a:endParaRPr sz="61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cxnSp>
          <p:nvCxnSpPr>
            <p:cNvPr id="114" name="Google Shape;114;p17"/>
            <p:cNvCxnSpPr/>
            <p:nvPr/>
          </p:nvCxnSpPr>
          <p:spPr>
            <a:xfrm>
              <a:off x="7201825" y="4703625"/>
              <a:ext cx="226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02294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688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Content">
  <p:cSld name="Images and Conten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>
            <a:spLocks noGrp="1"/>
          </p:cNvSpPr>
          <p:nvPr>
            <p:ph type="pic" idx="2"/>
          </p:nvPr>
        </p:nvSpPr>
        <p:spPr>
          <a:xfrm>
            <a:off x="0" y="999378"/>
            <a:ext cx="3755413" cy="5773653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0"/>
          <p:cNvSpPr>
            <a:spLocks noGrp="1"/>
          </p:cNvSpPr>
          <p:nvPr>
            <p:ph type="pic" idx="3"/>
          </p:nvPr>
        </p:nvSpPr>
        <p:spPr>
          <a:xfrm>
            <a:off x="3910568" y="999378"/>
            <a:ext cx="3755413" cy="5773653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0"/>
          <p:cNvSpPr/>
          <p:nvPr/>
        </p:nvSpPr>
        <p:spPr>
          <a:xfrm>
            <a:off x="6754784" y="1722202"/>
            <a:ext cx="7054773" cy="4327973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14"/>
          </a:p>
        </p:txBody>
      </p:sp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7385596" y="2140723"/>
            <a:ext cx="5908293" cy="770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body" idx="1"/>
          </p:nvPr>
        </p:nvSpPr>
        <p:spPr>
          <a:xfrm>
            <a:off x="7385596" y="3141683"/>
            <a:ext cx="5908293" cy="23061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743">
                <a:solidFill>
                  <a:schemeClr val="lt1"/>
                </a:solidFill>
              </a:defRPr>
            </a:lvl1pPr>
            <a:lvl2pPr marL="565771" lvl="1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743">
                <a:solidFill>
                  <a:schemeClr val="lt1"/>
                </a:solidFill>
              </a:defRPr>
            </a:lvl2pPr>
            <a:lvl3pPr marL="848657" lvl="2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743">
                <a:solidFill>
                  <a:schemeClr val="lt1"/>
                </a:solidFill>
              </a:defRPr>
            </a:lvl3pPr>
            <a:lvl4pPr marL="1131542" lvl="3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743">
                <a:solidFill>
                  <a:schemeClr val="lt1"/>
                </a:solidFill>
              </a:defRPr>
            </a:lvl4pPr>
            <a:lvl5pPr marL="1414427" lvl="4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743">
                <a:solidFill>
                  <a:schemeClr val="lt1"/>
                </a:solidFill>
              </a:defRPr>
            </a:lvl5pPr>
            <a:lvl6pPr marL="1697313" lvl="5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743">
                <a:solidFill>
                  <a:schemeClr val="lt1"/>
                </a:solidFill>
              </a:defRPr>
            </a:lvl6pPr>
            <a:lvl7pPr marL="1980198" lvl="6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743">
                <a:solidFill>
                  <a:schemeClr val="lt1"/>
                </a:solidFill>
              </a:defRPr>
            </a:lvl7pPr>
            <a:lvl8pPr marL="2263083" lvl="7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743">
                <a:solidFill>
                  <a:schemeClr val="lt1"/>
                </a:solidFill>
              </a:defRPr>
            </a:lvl8pPr>
            <a:lvl9pPr marL="2545969" lvl="8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74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61418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/>
          <p:nvPr/>
        </p:nvSpPr>
        <p:spPr>
          <a:xfrm>
            <a:off x="-8048" y="1028689"/>
            <a:ext cx="13217387" cy="577365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14"/>
          </a:p>
        </p:txBody>
      </p:sp>
      <p:cxnSp>
        <p:nvCxnSpPr>
          <p:cNvPr id="129" name="Google Shape;129;p21"/>
          <p:cNvCxnSpPr/>
          <p:nvPr/>
        </p:nvCxnSpPr>
        <p:spPr>
          <a:xfrm>
            <a:off x="-2249" y="1580849"/>
            <a:ext cx="13833013" cy="0"/>
          </a:xfrm>
          <a:prstGeom prst="straightConnector1">
            <a:avLst/>
          </a:prstGeom>
          <a:noFill/>
          <a:ln w="28575" cap="flat" cmpd="sng">
            <a:solidFill>
              <a:srgbClr val="FFCB05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455564" y="1696003"/>
            <a:ext cx="5054213" cy="14873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body" idx="1"/>
          </p:nvPr>
        </p:nvSpPr>
        <p:spPr>
          <a:xfrm>
            <a:off x="455564" y="3183389"/>
            <a:ext cx="5054213" cy="3388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88591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●"/>
              <a:defRPr sz="743">
                <a:solidFill>
                  <a:srgbClr val="00274C"/>
                </a:solidFill>
              </a:defRPr>
            </a:lvl1pPr>
            <a:lvl2pPr marL="565771" lvl="1" indent="-188591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○"/>
              <a:defRPr sz="743">
                <a:solidFill>
                  <a:srgbClr val="00274C"/>
                </a:solidFill>
              </a:defRPr>
            </a:lvl2pPr>
            <a:lvl3pPr marL="848657" lvl="2" indent="-188591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■"/>
              <a:defRPr sz="743">
                <a:solidFill>
                  <a:srgbClr val="00274C"/>
                </a:solidFill>
              </a:defRPr>
            </a:lvl3pPr>
            <a:lvl4pPr marL="1131542" lvl="3" indent="-188591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●"/>
              <a:defRPr sz="743">
                <a:solidFill>
                  <a:srgbClr val="00274C"/>
                </a:solidFill>
              </a:defRPr>
            </a:lvl4pPr>
            <a:lvl5pPr marL="1414427" lvl="4" indent="-188591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○"/>
              <a:defRPr sz="743">
                <a:solidFill>
                  <a:srgbClr val="00274C"/>
                </a:solidFill>
              </a:defRPr>
            </a:lvl5pPr>
            <a:lvl6pPr marL="1697313" lvl="5" indent="-188591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■"/>
              <a:defRPr sz="743">
                <a:solidFill>
                  <a:srgbClr val="00274C"/>
                </a:solidFill>
              </a:defRPr>
            </a:lvl6pPr>
            <a:lvl7pPr marL="1980198" lvl="6" indent="-188591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●"/>
              <a:defRPr sz="743">
                <a:solidFill>
                  <a:srgbClr val="00274C"/>
                </a:solidFill>
              </a:defRPr>
            </a:lvl7pPr>
            <a:lvl8pPr marL="2263083" lvl="7" indent="-188591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○"/>
              <a:defRPr sz="743">
                <a:solidFill>
                  <a:srgbClr val="00274C"/>
                </a:solidFill>
              </a:defRPr>
            </a:lvl8pPr>
            <a:lvl9pPr marL="2545969" lvl="8" indent="-188591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■"/>
              <a:defRPr sz="743">
                <a:solidFill>
                  <a:srgbClr val="00274C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64789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and Content">
  <p:cSld name="Divider and Conte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/>
          <p:nvPr/>
        </p:nvSpPr>
        <p:spPr>
          <a:xfrm>
            <a:off x="-115147" y="-26557"/>
            <a:ext cx="5640373" cy="7865333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14"/>
          </a:p>
        </p:txBody>
      </p:sp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471013" y="839580"/>
            <a:ext cx="4823920" cy="11419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1"/>
          </p:nvPr>
        </p:nvSpPr>
        <p:spPr>
          <a:xfrm>
            <a:off x="471013" y="2099847"/>
            <a:ext cx="4823920" cy="48044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743">
                <a:solidFill>
                  <a:schemeClr val="lt1"/>
                </a:solidFill>
              </a:defRPr>
            </a:lvl1pPr>
            <a:lvl2pPr marL="565771" lvl="1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743">
                <a:solidFill>
                  <a:schemeClr val="lt1"/>
                </a:solidFill>
              </a:defRPr>
            </a:lvl2pPr>
            <a:lvl3pPr marL="848657" lvl="2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743">
                <a:solidFill>
                  <a:schemeClr val="lt1"/>
                </a:solidFill>
              </a:defRPr>
            </a:lvl3pPr>
            <a:lvl4pPr marL="1131542" lvl="3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743">
                <a:solidFill>
                  <a:schemeClr val="lt1"/>
                </a:solidFill>
              </a:defRPr>
            </a:lvl4pPr>
            <a:lvl5pPr marL="1414427" lvl="4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743">
                <a:solidFill>
                  <a:schemeClr val="lt1"/>
                </a:solidFill>
              </a:defRPr>
            </a:lvl5pPr>
            <a:lvl6pPr marL="1697313" lvl="5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743">
                <a:solidFill>
                  <a:schemeClr val="lt1"/>
                </a:solidFill>
              </a:defRPr>
            </a:lvl6pPr>
            <a:lvl7pPr marL="1980198" lvl="6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743">
                <a:solidFill>
                  <a:schemeClr val="lt1"/>
                </a:solidFill>
              </a:defRPr>
            </a:lvl7pPr>
            <a:lvl8pPr marL="2263083" lvl="7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743">
                <a:solidFill>
                  <a:schemeClr val="lt1"/>
                </a:solidFill>
              </a:defRPr>
            </a:lvl8pPr>
            <a:lvl9pPr marL="2545969" lvl="8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74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4360" y="7019877"/>
            <a:ext cx="536293" cy="536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8011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and Call-outs">
  <p:cSld name="Graphics and Call-out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/>
          <p:nvPr/>
        </p:nvSpPr>
        <p:spPr>
          <a:xfrm>
            <a:off x="5248240" y="-18"/>
            <a:ext cx="8569360" cy="777240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14">
              <a:solidFill>
                <a:schemeClr val="accent1"/>
              </a:solidFill>
            </a:endParaRPr>
          </a:p>
        </p:txBody>
      </p:sp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471016" y="3166087"/>
            <a:ext cx="4546933" cy="8654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1733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1733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1733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1733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1733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1733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1733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1733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1733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body" idx="1"/>
          </p:nvPr>
        </p:nvSpPr>
        <p:spPr>
          <a:xfrm>
            <a:off x="471016" y="4235123"/>
            <a:ext cx="4546933" cy="26075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885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●"/>
              <a:defRPr sz="74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565771" lvl="1" indent="-1885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○"/>
              <a:defRPr sz="74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848657" lvl="2" indent="-1885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■"/>
              <a:defRPr sz="74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131542" lvl="3" indent="-1885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●"/>
              <a:defRPr sz="74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1414427" lvl="4" indent="-1885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○"/>
              <a:defRPr sz="74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1697313" lvl="5" indent="-1885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■"/>
              <a:defRPr sz="74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1980198" lvl="6" indent="-1885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●"/>
              <a:defRPr sz="74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2263083" lvl="7" indent="-1885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○"/>
              <a:defRPr sz="74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2545969" lvl="8" indent="-1885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 Light"/>
              <a:buChar char="■"/>
              <a:defRPr sz="74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grpSp>
        <p:nvGrpSpPr>
          <p:cNvPr id="141" name="Google Shape;141;p23"/>
          <p:cNvGrpSpPr/>
          <p:nvPr/>
        </p:nvGrpSpPr>
        <p:grpSpPr>
          <a:xfrm rot="-2130702">
            <a:off x="12747981" y="6905530"/>
            <a:ext cx="1116427" cy="595609"/>
            <a:chOff x="6945798" y="4422903"/>
            <a:chExt cx="738900" cy="394200"/>
          </a:xfrm>
        </p:grpSpPr>
        <p:sp>
          <p:nvSpPr>
            <p:cNvPr id="142" name="Google Shape;142;p23"/>
            <p:cNvSpPr txBox="1"/>
            <p:nvPr/>
          </p:nvSpPr>
          <p:spPr>
            <a:xfrm rot="-4187">
              <a:off x="6945798" y="4423353"/>
              <a:ext cx="738901" cy="39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fld id="{00000000-1234-1234-1234-123412341234}" type="slidenum">
                <a:rPr lang="en" sz="619">
                  <a:solidFill>
                    <a:srgbClr val="FFFFFF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t>‹#›</a:t>
              </a:fld>
              <a:endParaRPr sz="619">
                <a:solidFill>
                  <a:srgbClr val="FFFFFF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cxnSp>
          <p:nvCxnSpPr>
            <p:cNvPr id="143" name="Google Shape;143;p23"/>
            <p:cNvCxnSpPr/>
            <p:nvPr/>
          </p:nvCxnSpPr>
          <p:spPr>
            <a:xfrm>
              <a:off x="7201825" y="4703625"/>
              <a:ext cx="226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86448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and Content 1">
  <p:cSld name="Divider and Content 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/>
          <p:nvPr/>
        </p:nvSpPr>
        <p:spPr>
          <a:xfrm>
            <a:off x="-115147" y="-26557"/>
            <a:ext cx="5640373" cy="7865333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txBody>
          <a:bodyPr spcFirstLastPara="1" wrap="square" lIns="56570" tIns="56570" rIns="56570" bIns="5657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14"/>
          </a:p>
        </p:txBody>
      </p:sp>
      <p:sp>
        <p:nvSpPr>
          <p:cNvPr id="146" name="Google Shape;146;p24"/>
          <p:cNvSpPr txBox="1">
            <a:spLocks noGrp="1"/>
          </p:cNvSpPr>
          <p:nvPr>
            <p:ph type="title"/>
          </p:nvPr>
        </p:nvSpPr>
        <p:spPr>
          <a:xfrm>
            <a:off x="471013" y="839580"/>
            <a:ext cx="4823920" cy="11419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body" idx="1"/>
          </p:nvPr>
        </p:nvSpPr>
        <p:spPr>
          <a:xfrm>
            <a:off x="471013" y="2099847"/>
            <a:ext cx="4823920" cy="48044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82886" lvl="0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743">
                <a:solidFill>
                  <a:schemeClr val="lt1"/>
                </a:solidFill>
              </a:defRPr>
            </a:lvl1pPr>
            <a:lvl2pPr marL="565771" lvl="1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743">
                <a:solidFill>
                  <a:schemeClr val="lt1"/>
                </a:solidFill>
              </a:defRPr>
            </a:lvl2pPr>
            <a:lvl3pPr marL="848657" lvl="2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743">
                <a:solidFill>
                  <a:schemeClr val="lt1"/>
                </a:solidFill>
              </a:defRPr>
            </a:lvl3pPr>
            <a:lvl4pPr marL="1131542" lvl="3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743">
                <a:solidFill>
                  <a:schemeClr val="lt1"/>
                </a:solidFill>
              </a:defRPr>
            </a:lvl4pPr>
            <a:lvl5pPr marL="1414427" lvl="4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743">
                <a:solidFill>
                  <a:schemeClr val="lt1"/>
                </a:solidFill>
              </a:defRPr>
            </a:lvl5pPr>
            <a:lvl6pPr marL="1697313" lvl="5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743">
                <a:solidFill>
                  <a:schemeClr val="lt1"/>
                </a:solidFill>
              </a:defRPr>
            </a:lvl6pPr>
            <a:lvl7pPr marL="1980198" lvl="6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743">
                <a:solidFill>
                  <a:schemeClr val="lt1"/>
                </a:solidFill>
              </a:defRPr>
            </a:lvl7pPr>
            <a:lvl8pPr marL="2263083" lvl="7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743">
                <a:solidFill>
                  <a:schemeClr val="lt1"/>
                </a:solidFill>
              </a:defRPr>
            </a:lvl8pPr>
            <a:lvl9pPr marL="2545969" lvl="8" indent="-1885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74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4360" y="7019877"/>
            <a:ext cx="536293" cy="536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767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016" y="672490"/>
            <a:ext cx="12875573" cy="865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2800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2800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2800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2800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2800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2800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2800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2800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Font typeface="Source Serif 4"/>
              <a:buNone/>
              <a:defRPr sz="2800" b="1">
                <a:solidFill>
                  <a:srgbClr val="00274C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016" y="1741517"/>
            <a:ext cx="12875573" cy="5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C4C"/>
              </a:buClr>
              <a:buSzPts val="1400"/>
              <a:buFont typeface="Open Sans Light"/>
              <a:buChar char="●"/>
              <a:defRPr>
                <a:solidFill>
                  <a:srgbClr val="484C4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C4C"/>
              </a:buClr>
              <a:buSzPts val="1400"/>
              <a:buFont typeface="Open Sans Light"/>
              <a:buChar char="○"/>
              <a:defRPr>
                <a:solidFill>
                  <a:srgbClr val="484C4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C4C"/>
              </a:buClr>
              <a:buSzPts val="1400"/>
              <a:buFont typeface="Open Sans Light"/>
              <a:buChar char="■"/>
              <a:defRPr>
                <a:solidFill>
                  <a:srgbClr val="484C4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C4C"/>
              </a:buClr>
              <a:buSzPts val="1400"/>
              <a:buFont typeface="Open Sans Light"/>
              <a:buChar char="●"/>
              <a:defRPr>
                <a:solidFill>
                  <a:srgbClr val="484C4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C4C"/>
              </a:buClr>
              <a:buSzPts val="1400"/>
              <a:buFont typeface="Open Sans Light"/>
              <a:buChar char="○"/>
              <a:defRPr>
                <a:solidFill>
                  <a:srgbClr val="484C4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C4C"/>
              </a:buClr>
              <a:buSzPts val="1400"/>
              <a:buFont typeface="Open Sans Light"/>
              <a:buChar char="■"/>
              <a:defRPr>
                <a:solidFill>
                  <a:srgbClr val="484C4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C4C"/>
              </a:buClr>
              <a:buSzPts val="1400"/>
              <a:buFont typeface="Open Sans Light"/>
              <a:buChar char="●"/>
              <a:defRPr>
                <a:solidFill>
                  <a:srgbClr val="484C4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C4C"/>
              </a:buClr>
              <a:buSzPts val="1400"/>
              <a:buFont typeface="Open Sans Light"/>
              <a:buChar char="○"/>
              <a:defRPr>
                <a:solidFill>
                  <a:srgbClr val="484C4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84C4C"/>
              </a:buClr>
              <a:buSzPts val="1400"/>
              <a:buFont typeface="Open Sans Light"/>
              <a:buChar char="■"/>
              <a:defRPr>
                <a:solidFill>
                  <a:srgbClr val="484C4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grpSp>
        <p:nvGrpSpPr>
          <p:cNvPr id="8" name="Google Shape;8;p1"/>
          <p:cNvGrpSpPr/>
          <p:nvPr/>
        </p:nvGrpSpPr>
        <p:grpSpPr>
          <a:xfrm rot="-2130702">
            <a:off x="12747981" y="6905530"/>
            <a:ext cx="1116427" cy="595609"/>
            <a:chOff x="6945798" y="4422903"/>
            <a:chExt cx="738900" cy="394200"/>
          </a:xfrm>
        </p:grpSpPr>
        <p:sp>
          <p:nvSpPr>
            <p:cNvPr id="9" name="Google Shape;9;p1"/>
            <p:cNvSpPr txBox="1"/>
            <p:nvPr/>
          </p:nvSpPr>
          <p:spPr>
            <a:xfrm rot="-4187">
              <a:off x="6945798" y="4423353"/>
              <a:ext cx="738901" cy="39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fld id="{00000000-1234-1234-1234-123412341234}" type="slidenum">
                <a:rPr lang="en" sz="619">
                  <a:solidFill>
                    <a:srgbClr val="00274C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t>‹#›</a:t>
              </a:fld>
              <a:endParaRPr sz="619">
                <a:solidFill>
                  <a:srgbClr val="00274C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cxnSp>
          <p:nvCxnSpPr>
            <p:cNvPr id="10" name="Google Shape;10;p1"/>
            <p:cNvCxnSpPr/>
            <p:nvPr/>
          </p:nvCxnSpPr>
          <p:spPr>
            <a:xfrm>
              <a:off x="7201825" y="4703625"/>
              <a:ext cx="226800" cy="0"/>
            </a:xfrm>
            <a:prstGeom prst="straightConnector1">
              <a:avLst/>
            </a:prstGeom>
            <a:noFill/>
            <a:ln w="9525" cap="flat" cmpd="sng">
              <a:solidFill>
                <a:srgbClr val="00274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1" name="Google Shape;11;p1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324360" y="7019877"/>
            <a:ext cx="536293" cy="536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477743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2" r:id="rId18"/>
    <p:sldLayoutId id="2147483683" r:id="rId19"/>
    <p:sldLayoutId id="2147483684" r:id="rId20"/>
    <p:sldLayoutId id="2147483685" r:id="rId21"/>
    <p:sldLayoutId id="2147483686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8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>
            <a:spLocks noGrp="1"/>
          </p:cNvSpPr>
          <p:nvPr>
            <p:ph type="ctrTitle"/>
          </p:nvPr>
        </p:nvSpPr>
        <p:spPr>
          <a:xfrm>
            <a:off x="739613" y="1490747"/>
            <a:ext cx="12580907" cy="2813840"/>
          </a:xfrm>
          <a:prstGeom prst="rect">
            <a:avLst/>
          </a:prstGeom>
        </p:spPr>
        <p:txBody>
          <a:bodyPr spcFirstLastPara="1" vert="horz" wrap="square" lIns="138153" tIns="138153" rIns="138153" bIns="138153" rtlCol="0" anchor="t" anchorCtr="0">
            <a:noAutofit/>
          </a:bodyPr>
          <a:lstStyle/>
          <a:p>
            <a:r>
              <a:rPr lang="en-US" dirty="0"/>
              <a:t>OEI Takeoff</a:t>
            </a:r>
            <a:endParaRPr b="1" dirty="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6CB39330-6E7E-0FD3-A1F1-65602B57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D4366D8-94BF-A0D5-56DC-7F0C3D5D77C4}"/>
                  </a:ext>
                </a:extLst>
              </p:cNvPr>
              <p:cNvSpPr/>
              <p:nvPr/>
            </p:nvSpPr>
            <p:spPr>
              <a:xfrm>
                <a:off x="1074457" y="2249227"/>
                <a:ext cx="1708724" cy="170583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32" dirty="0"/>
                  <a:t>Takeoff Before Decision Speed</a:t>
                </a:r>
              </a:p>
              <a:p>
                <a:pPr algn="ctr"/>
                <a:r>
                  <a:rPr lang="en-US" sz="667" dirty="0"/>
                  <a:t>Throttle = True</a:t>
                </a:r>
              </a:p>
              <a:p>
                <a:pPr algn="ctr"/>
                <a:r>
                  <a:rPr lang="en-US" sz="667" dirty="0"/>
                  <a:t>Flaps = True</a:t>
                </a:r>
              </a:p>
              <a:p>
                <a:pPr algn="ctr"/>
                <a:r>
                  <a:rPr lang="en-US" sz="667" dirty="0"/>
                  <a:t>Landing Gear = True</a:t>
                </a:r>
              </a:p>
              <a:p>
                <a:pPr algn="ctr"/>
                <a:r>
                  <a:rPr lang="en-US" sz="667" dirty="0"/>
                  <a:t>Weight on Wheels = True</a:t>
                </a:r>
              </a:p>
              <a:p>
                <a:pPr algn="ctr"/>
                <a:r>
                  <a:rPr lang="en-US" sz="667" dirty="0"/>
                  <a:t>OEI = False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667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667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667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667" i="1">
                          <a:latin typeface="Cambria Math" panose="02040503050406030204" pitchFamily="18" charset="0"/>
                        </a:rPr>
                        <m:t>a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667" dirty="0"/>
              </a:p>
              <a:p>
                <a:pPr algn="ctr"/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667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667" i="1">
                          <a:latin typeface="Cambria Math" panose="02040503050406030204" pitchFamily="18" charset="0"/>
                        </a:rPr>
                        <m:t> ≤ 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decision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D4366D8-94BF-A0D5-56DC-7F0C3D5D77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57" y="2249227"/>
                <a:ext cx="1708724" cy="170583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2158A7-E6F0-FEB6-A0ED-1C6DF5409C86}"/>
              </a:ext>
            </a:extLst>
          </p:cNvPr>
          <p:cNvCxnSpPr>
            <a:cxnSpLocks/>
            <a:stCxn id="36" idx="7"/>
            <a:endCxn id="40" idx="2"/>
          </p:cNvCxnSpPr>
          <p:nvPr/>
        </p:nvCxnSpPr>
        <p:spPr>
          <a:xfrm flipV="1">
            <a:off x="2532951" y="1646123"/>
            <a:ext cx="742990" cy="852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9D9A0F8-D286-CC15-0655-197538EC069E}"/>
              </a:ext>
            </a:extLst>
          </p:cNvPr>
          <p:cNvCxnSpPr>
            <a:cxnSpLocks/>
          </p:cNvCxnSpPr>
          <p:nvPr/>
        </p:nvCxnSpPr>
        <p:spPr>
          <a:xfrm>
            <a:off x="416414" y="3092791"/>
            <a:ext cx="65804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E0413E5-31DC-4CFC-2653-D1DA018DB8CE}"/>
                  </a:ext>
                </a:extLst>
              </p:cNvPr>
              <p:cNvSpPr txBox="1"/>
              <p:nvPr/>
            </p:nvSpPr>
            <p:spPr>
              <a:xfrm>
                <a:off x="1792285" y="1874310"/>
                <a:ext cx="1708724" cy="1269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825" i="1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8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OEI</m:t>
                          </m:r>
                        </m:sub>
                      </m:sSub>
                      <m:r>
                        <a:rPr lang="en-US" sz="825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825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E0413E5-31DC-4CFC-2653-D1DA018DB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285" y="1874310"/>
                <a:ext cx="1708724" cy="126958"/>
              </a:xfrm>
              <a:prstGeom prst="rect">
                <a:avLst/>
              </a:prstGeom>
              <a:blipFill>
                <a:blip r:embed="rId4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AE03EBE-5E93-456F-4FA9-0E8D13FCABF3}"/>
                  </a:ext>
                </a:extLst>
              </p:cNvPr>
              <p:cNvSpPr/>
              <p:nvPr/>
            </p:nvSpPr>
            <p:spPr>
              <a:xfrm>
                <a:off x="3275938" y="793201"/>
                <a:ext cx="1708724" cy="170583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32" dirty="0"/>
                  <a:t>Stop</a:t>
                </a:r>
              </a:p>
              <a:p>
                <a:pPr algn="ctr"/>
                <a:r>
                  <a:rPr lang="en-US" sz="667" dirty="0"/>
                  <a:t>Throttle = False</a:t>
                </a:r>
              </a:p>
              <a:p>
                <a:pPr algn="ctr"/>
                <a:r>
                  <a:rPr lang="en-US" sz="667" dirty="0"/>
                  <a:t>Flaps = True</a:t>
                </a:r>
              </a:p>
              <a:p>
                <a:pPr algn="ctr"/>
                <a:r>
                  <a:rPr lang="en-US" sz="667" dirty="0"/>
                  <a:t>Landing Gear = True</a:t>
                </a:r>
              </a:p>
              <a:p>
                <a:pPr algn="ctr"/>
                <a:r>
                  <a:rPr lang="en-US" sz="667" dirty="0"/>
                  <a:t>Weight on Wheels = True</a:t>
                </a:r>
              </a:p>
              <a:p>
                <a:pPr algn="ctr"/>
                <a:r>
                  <a:rPr lang="en-US" sz="667" dirty="0"/>
                  <a:t>OEI = True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667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667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667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667" i="1">
                          <a:latin typeface="Cambria Math" panose="02040503050406030204" pitchFamily="18" charset="0"/>
                        </a:rPr>
                        <m:t>b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667" dirty="0"/>
              </a:p>
              <a:p>
                <a:pPr algn="ctr"/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667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667" i="1">
                          <a:latin typeface="Cambria Math" panose="02040503050406030204" pitchFamily="18" charset="0"/>
                        </a:rPr>
                        <m:t> &lt; 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runway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:endParaRPr lang="en-US" sz="667" dirty="0"/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AE03EBE-5E93-456F-4FA9-0E8D13FCAB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938" y="793201"/>
                <a:ext cx="1708724" cy="170583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F54C8A7-B371-C5FA-33F9-CD65BAC9AC2D}"/>
                  </a:ext>
                </a:extLst>
              </p:cNvPr>
              <p:cNvSpPr txBox="1"/>
              <p:nvPr/>
            </p:nvSpPr>
            <p:spPr>
              <a:xfrm>
                <a:off x="1626557" y="4254565"/>
                <a:ext cx="1708724" cy="1269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825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decision</m:t>
                          </m:r>
                        </m:sub>
                      </m:sSub>
                    </m:oMath>
                  </m:oMathPara>
                </a14:m>
                <a:endParaRPr lang="en-US" sz="825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F54C8A7-B371-C5FA-33F9-CD65BAC9A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557" y="4254565"/>
                <a:ext cx="1708724" cy="126958"/>
              </a:xfrm>
              <a:prstGeom prst="rect">
                <a:avLst/>
              </a:prstGeom>
              <a:blipFill>
                <a:blip r:embed="rId6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7974AACC-95D4-D9A9-C91C-3AB9F959BD90}"/>
                  </a:ext>
                </a:extLst>
              </p:cNvPr>
              <p:cNvSpPr/>
              <p:nvPr/>
            </p:nvSpPr>
            <p:spPr>
              <a:xfrm>
                <a:off x="3275939" y="3882012"/>
                <a:ext cx="1708724" cy="170583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32" dirty="0"/>
                  <a:t>Takeoff After Decision Speed</a:t>
                </a:r>
              </a:p>
              <a:p>
                <a:pPr algn="ctr"/>
                <a:r>
                  <a:rPr lang="en-US" sz="667" dirty="0"/>
                  <a:t>Throttle = True</a:t>
                </a:r>
              </a:p>
              <a:p>
                <a:pPr algn="ctr"/>
                <a:r>
                  <a:rPr lang="en-US" sz="667" dirty="0"/>
                  <a:t>Flaps = True</a:t>
                </a:r>
              </a:p>
              <a:p>
                <a:pPr algn="ctr"/>
                <a:r>
                  <a:rPr lang="en-US" sz="667" dirty="0"/>
                  <a:t>Landing Gear = True</a:t>
                </a:r>
              </a:p>
              <a:p>
                <a:pPr algn="ctr"/>
                <a:r>
                  <a:rPr lang="en-US" sz="667" dirty="0"/>
                  <a:t>Weight on Wheels = True</a:t>
                </a:r>
              </a:p>
              <a:p>
                <a:pPr algn="ctr"/>
                <a:r>
                  <a:rPr lang="en-US" sz="667" dirty="0"/>
                  <a:t>OEI = False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667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667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667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667" i="1">
                          <a:latin typeface="Cambria Math" panose="02040503050406030204" pitchFamily="18" charset="0"/>
                        </a:rPr>
                        <m:t>a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667" dirty="0"/>
              </a:p>
              <a:p>
                <a:pPr algn="ctr"/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667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667" i="1">
                          <a:latin typeface="Cambria Math" panose="02040503050406030204" pitchFamily="18" charset="0"/>
                        </a:rPr>
                        <m:t> &lt; 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runway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:endParaRPr lang="en-US" sz="667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7974AACC-95D4-D9A9-C91C-3AB9F959BD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939" y="3882012"/>
                <a:ext cx="1708724" cy="170583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3BF4004-06BD-D207-D899-FDFCAA7F5C38}"/>
              </a:ext>
            </a:extLst>
          </p:cNvPr>
          <p:cNvCxnSpPr>
            <a:cxnSpLocks/>
            <a:stCxn id="36" idx="5"/>
            <a:endCxn id="42" idx="2"/>
          </p:cNvCxnSpPr>
          <p:nvPr/>
        </p:nvCxnSpPr>
        <p:spPr>
          <a:xfrm>
            <a:off x="2532944" y="3705250"/>
            <a:ext cx="742994" cy="1029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418CAAA-0121-7F6C-22C6-8A2FA58AAD5E}"/>
                  </a:ext>
                </a:extLst>
              </p:cNvPr>
              <p:cNvSpPr/>
              <p:nvPr/>
            </p:nvSpPr>
            <p:spPr>
              <a:xfrm>
                <a:off x="5949446" y="3791884"/>
                <a:ext cx="1815998" cy="188981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32" dirty="0"/>
                  <a:t>OEI On Ground After Decision Speed</a:t>
                </a:r>
              </a:p>
              <a:p>
                <a:pPr algn="ctr"/>
                <a:r>
                  <a:rPr lang="en-US" sz="667" dirty="0"/>
                  <a:t>Throttle = True</a:t>
                </a:r>
              </a:p>
              <a:p>
                <a:pPr algn="ctr"/>
                <a:r>
                  <a:rPr lang="en-US" sz="667" dirty="0"/>
                  <a:t>Flaps = True</a:t>
                </a:r>
              </a:p>
              <a:p>
                <a:pPr algn="ctr"/>
                <a:r>
                  <a:rPr lang="en-US" sz="667" dirty="0"/>
                  <a:t>Landing Gear = True</a:t>
                </a:r>
              </a:p>
              <a:p>
                <a:pPr algn="ctr"/>
                <a:r>
                  <a:rPr lang="en-US" sz="667" dirty="0"/>
                  <a:t>Weight on Wheels = True</a:t>
                </a:r>
              </a:p>
              <a:p>
                <a:pPr algn="ctr"/>
                <a:r>
                  <a:rPr lang="en-US" sz="667" dirty="0"/>
                  <a:t>OEI = True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667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667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667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+0.5</m:t>
                      </m:r>
                      <m:r>
                        <m:rPr>
                          <m:sty m:val="p"/>
                        </m:rPr>
                        <a:rPr lang="en-US" sz="667" i="1">
                          <a:latin typeface="Cambria Math" panose="02040503050406030204" pitchFamily="18" charset="0"/>
                        </a:rPr>
                        <m:t>a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667" dirty="0"/>
              </a:p>
              <a:p>
                <a:pPr algn="ctr"/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667" i="1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667" i="1">
                          <a:latin typeface="Cambria Math" panose="02040503050406030204" pitchFamily="18" charset="0"/>
                        </a:rPr>
                        <m:t> &lt; 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runway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:endParaRPr lang="en-US" sz="667" dirty="0"/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418CAAA-0121-7F6C-22C6-8A2FA58AA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446" y="3791884"/>
                <a:ext cx="1815998" cy="188981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C193C03-943B-5BBC-94B3-12326CD7A655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4984664" y="4734929"/>
            <a:ext cx="964784" cy="1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E702B1-48C9-C084-B91C-20762D10403D}"/>
                  </a:ext>
                </a:extLst>
              </p:cNvPr>
              <p:cNvSpPr txBox="1"/>
              <p:nvPr/>
            </p:nvSpPr>
            <p:spPr>
              <a:xfrm>
                <a:off x="4623059" y="4586681"/>
                <a:ext cx="1708724" cy="1269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825" i="1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8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OEI</m:t>
                          </m:r>
                        </m:sub>
                      </m:sSub>
                      <m:r>
                        <a:rPr lang="en-US" sz="825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825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E702B1-48C9-C084-B91C-20762D104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059" y="4586681"/>
                <a:ext cx="1708724" cy="126958"/>
              </a:xfrm>
              <a:prstGeom prst="rect">
                <a:avLst/>
              </a:prstGeom>
              <a:blipFill>
                <a:blip r:embed="rId9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C1ABCA3-DFC4-46C8-7061-7DBCC1315684}"/>
                  </a:ext>
                </a:extLst>
              </p:cNvPr>
              <p:cNvSpPr/>
              <p:nvPr/>
            </p:nvSpPr>
            <p:spPr>
              <a:xfrm>
                <a:off x="9005288" y="3886202"/>
                <a:ext cx="1708724" cy="170583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32" dirty="0"/>
                  <a:t>Takeoff</a:t>
                </a:r>
              </a:p>
              <a:p>
                <a:pPr algn="ctr"/>
                <a:r>
                  <a:rPr lang="en-US" sz="667" dirty="0"/>
                  <a:t>Throttle = True</a:t>
                </a:r>
              </a:p>
              <a:p>
                <a:pPr algn="ctr"/>
                <a:r>
                  <a:rPr lang="en-US" sz="667" dirty="0"/>
                  <a:t>Flaps = True</a:t>
                </a:r>
              </a:p>
              <a:p>
                <a:pPr algn="ctr"/>
                <a:r>
                  <a:rPr lang="en-US" sz="667" dirty="0"/>
                  <a:t>Landing Gear = False</a:t>
                </a:r>
              </a:p>
              <a:p>
                <a:pPr algn="ctr"/>
                <a:r>
                  <a:rPr lang="en-US" sz="667" dirty="0"/>
                  <a:t>Weight on Wheels = False</a:t>
                </a:r>
              </a:p>
              <a:p>
                <a:pPr algn="ctr"/>
                <a:r>
                  <a:rPr lang="en-US" sz="667" dirty="0"/>
                  <a:t>OEI = True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667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667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667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+0.5</m:t>
                      </m:r>
                      <m:r>
                        <m:rPr>
                          <m:sty m:val="p"/>
                        </m:rPr>
                        <a:rPr lang="en-US" sz="667" i="1">
                          <a:latin typeface="Cambria Math" panose="02040503050406030204" pitchFamily="18" charset="0"/>
                        </a:rPr>
                        <m:t>a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OEI</m:t>
                          </m:r>
                        </m:sub>
                      </m:sSub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667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667" i="1">
                          <a:latin typeface="Cambria Math" panose="02040503050406030204" pitchFamily="18" charset="0"/>
                        </a:rPr>
                        <m:t> ≥ 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stall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:endParaRPr lang="en-US" sz="667" dirty="0"/>
              </a:p>
            </p:txBody>
          </p:sp>
        </mc:Choice>
        <mc:Fallback xmlns=""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C1ABCA3-DFC4-46C8-7061-7DBCC1315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288" y="3886202"/>
                <a:ext cx="1708724" cy="1705838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41E08F7-B854-3380-21D2-1A850D577C3B}"/>
              </a:ext>
            </a:extLst>
          </p:cNvPr>
          <p:cNvCxnSpPr>
            <a:cxnSpLocks/>
            <a:stCxn id="44" idx="6"/>
            <a:endCxn id="47" idx="2"/>
          </p:cNvCxnSpPr>
          <p:nvPr/>
        </p:nvCxnSpPr>
        <p:spPr>
          <a:xfrm>
            <a:off x="7765444" y="4736791"/>
            <a:ext cx="1239843" cy="2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E9EF75E-3351-47F1-6BE5-7ACD49001BAE}"/>
                  </a:ext>
                </a:extLst>
              </p:cNvPr>
              <p:cNvSpPr txBox="1"/>
              <p:nvPr/>
            </p:nvSpPr>
            <p:spPr>
              <a:xfrm>
                <a:off x="7559774" y="4586681"/>
                <a:ext cx="1708724" cy="1269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825" i="1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8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25" i="1">
                              <a:latin typeface="Cambria Math" panose="02040503050406030204" pitchFamily="18" charset="0"/>
                            </a:rPr>
                            <m:t>1.1</m:t>
                          </m:r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stall</m:t>
                          </m:r>
                        </m:sub>
                      </m:sSub>
                      <m:r>
                        <a:rPr lang="en-US" sz="825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825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E9EF75E-3351-47F1-6BE5-7ACD49001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4586681"/>
                <a:ext cx="1708724" cy="126958"/>
              </a:xfrm>
              <a:prstGeom prst="rect">
                <a:avLst/>
              </a:prstGeom>
              <a:blipFill>
                <a:blip r:embed="rId11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67EF585-E33E-5884-7F39-5B06CBA88826}"/>
                  </a:ext>
                </a:extLst>
              </p:cNvPr>
              <p:cNvSpPr/>
              <p:nvPr/>
            </p:nvSpPr>
            <p:spPr>
              <a:xfrm>
                <a:off x="11786065" y="3882375"/>
                <a:ext cx="1708724" cy="170583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32" dirty="0"/>
                  <a:t>Obstacle Height</a:t>
                </a:r>
              </a:p>
              <a:p>
                <a:pPr algn="ctr"/>
                <a:r>
                  <a:rPr lang="en-US" sz="667" dirty="0"/>
                  <a:t>Throttle = True</a:t>
                </a:r>
              </a:p>
              <a:p>
                <a:pPr algn="ctr"/>
                <a:r>
                  <a:rPr lang="en-US" sz="667" dirty="0"/>
                  <a:t>Flaps = True</a:t>
                </a:r>
              </a:p>
              <a:p>
                <a:pPr algn="ctr"/>
                <a:r>
                  <a:rPr lang="en-US" sz="667" dirty="0"/>
                  <a:t>Landing Gear = False</a:t>
                </a:r>
              </a:p>
              <a:p>
                <a:pPr algn="ctr"/>
                <a:r>
                  <a:rPr lang="en-US" sz="667" dirty="0"/>
                  <a:t>Weight on Wheels = False</a:t>
                </a:r>
              </a:p>
              <a:p>
                <a:pPr algn="ctr"/>
                <a:r>
                  <a:rPr lang="en-US" sz="667" dirty="0"/>
                  <a:t>OEI = True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667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667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667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667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+0.5</m:t>
                      </m:r>
                      <m:r>
                        <m:rPr>
                          <m:sty m:val="p"/>
                        </m:rPr>
                        <a:rPr lang="en-US" sz="667" i="1">
                          <a:latin typeface="Cambria Math" panose="02040503050406030204" pitchFamily="18" charset="0"/>
                        </a:rPr>
                        <m:t>a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667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667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OEI</m:t>
                          </m:r>
                        </m:sub>
                      </m:sSub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:endParaRPr lang="en-US" sz="667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667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667" i="1">
                          <a:latin typeface="Cambria Math" panose="02040503050406030204" pitchFamily="18" charset="0"/>
                        </a:rPr>
                        <m:t> ≥ </m:t>
                      </m:r>
                      <m:sSub>
                        <m:sSubPr>
                          <m:ctrlPr>
                            <a:rPr lang="en-US" sz="667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667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obstacle</m:t>
                          </m:r>
                        </m:sub>
                      </m:sSub>
                    </m:oMath>
                  </m:oMathPara>
                </a14:m>
                <a:endParaRPr lang="en-US" sz="667" dirty="0"/>
              </a:p>
              <a:p>
                <a:pPr algn="ctr"/>
                <a:endParaRPr lang="en-US" sz="667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67EF585-E33E-5884-7F39-5B06CBA888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6065" y="3882375"/>
                <a:ext cx="1708724" cy="170583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03AB546-C6F2-B95F-3D7F-AD2E57869899}"/>
              </a:ext>
            </a:extLst>
          </p:cNvPr>
          <p:cNvCxnSpPr>
            <a:cxnSpLocks/>
            <a:stCxn id="47" idx="6"/>
            <a:endCxn id="50" idx="2"/>
          </p:cNvCxnSpPr>
          <p:nvPr/>
        </p:nvCxnSpPr>
        <p:spPr>
          <a:xfrm flipV="1">
            <a:off x="10714012" y="4735296"/>
            <a:ext cx="1072054" cy="3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A65C79F-F0B3-A7F3-9EC0-55E5CD5983B1}"/>
                  </a:ext>
                </a:extLst>
              </p:cNvPr>
              <p:cNvSpPr txBox="1"/>
              <p:nvPr/>
            </p:nvSpPr>
            <p:spPr>
              <a:xfrm>
                <a:off x="10413041" y="4523159"/>
                <a:ext cx="1708724" cy="1269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825" i="1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8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25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825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825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A65C79F-F0B3-A7F3-9EC0-55E5CD598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3041" y="4523159"/>
                <a:ext cx="1708724" cy="126958"/>
              </a:xfrm>
              <a:prstGeom prst="rect">
                <a:avLst/>
              </a:prstGeom>
              <a:blipFill>
                <a:blip r:embed="rId1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96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D481CEE5-0D92-54BA-1D9A-65ECBC255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40D4FC-E94A-5DA3-0400-758C55D4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OEI Before Decision Speed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6A22FEA-2BAB-EBA9-7490-48600AACD1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86438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0→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OEI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OEI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runway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86438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OEI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0→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OEI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OEI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adt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dt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OEI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adt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OEI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bdt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runway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86438" indent="0" algn="ctr">
                  <a:buNone/>
                </a:pPr>
                <a:r>
                  <a:rPr lang="en-US" sz="2800" dirty="0"/>
                  <a:t>Add Reaction Time and Calculates Times from Velocity Kinematics</a:t>
                </a:r>
              </a:p>
              <a:p>
                <a:pPr marL="86438" indent="0" algn="ctr">
                  <a:buNone/>
                </a:pPr>
                <a:endParaRPr lang="en-US" sz="2800" dirty="0"/>
              </a:p>
              <a:p>
                <a:pPr marL="86438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OEI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OEI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adt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marL="86438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OEI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adt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bdt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dt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runway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6A22FEA-2BAB-EBA9-7490-48600AACD1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544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92C51214-DF6A-400E-4D12-42368EE29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E1558C-85D7-2B4C-91B9-8188CFFBF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OEI After Decision Speed Runway Length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576C678-F8D5-DC7E-9118-2EF006B89D4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86438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1.1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stall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decision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+0.5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adt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OEI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rotate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decision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decision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adt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dt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(1.1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stall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adt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dt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runway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86438" indent="0" algn="ctr">
                  <a:buNone/>
                </a:pPr>
                <a:endParaRPr lang="en-US" sz="2800" dirty="0"/>
              </a:p>
              <a:p>
                <a:pPr marL="86438" indent="0" algn="ctr">
                  <a:buNone/>
                </a:pPr>
                <a:r>
                  <a:rPr lang="en-US" sz="2800" dirty="0"/>
                  <a:t>Add Reaction Time and Calculates Times from Velocity Kinematics</a:t>
                </a:r>
              </a:p>
              <a:p>
                <a:pPr marL="86438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1.1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stall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decision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+0.5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adt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1.1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stall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decision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adt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decision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decision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adt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(1.1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stall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)+0.5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adt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dt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&lt;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runway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86438" indent="0" algn="ctr">
                  <a:buNone/>
                </a:pPr>
                <a:endParaRPr lang="en-US" sz="4000" dirty="0"/>
              </a:p>
              <a:p>
                <a:pPr marL="86438" indent="0" algn="ctr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576C678-F8D5-DC7E-9118-2EF006B89D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174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6D16F182-70CE-6FFC-F23A-35AC02461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C4CEFA-56EA-5F9C-FEE9-6B22C197E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OEI After Takeoff Obstacle Clearance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669399E9-FB66-E925-9CB0-5F36BD144CB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86438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obstacle</m:t>
                          </m:r>
                        </m:sub>
                      </m:sSub>
                    </m:oMath>
                  </m:oMathPara>
                </a14:m>
                <a:endParaRPr lang="en-US" sz="4000" b="0" dirty="0"/>
              </a:p>
              <a:p>
                <a:pPr marL="86438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4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4000" b="0" i="1" smtClean="0">
                        <a:latin typeface="Cambria Math" panose="02040503050406030204" pitchFamily="18" charset="0"/>
                      </a:rPr>
                      <m:t>c</m:t>
                    </m:r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40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4000" b="0" i="1" smtClean="0">
                            <a:latin typeface="Cambria Math" panose="02040503050406030204" pitchFamily="18" charset="0"/>
                          </a:rPr>
                          <m:t>rotate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4000" b="0" i="1" smtClean="0">
                            <a:latin typeface="Cambria Math" panose="02040503050406030204" pitchFamily="18" charset="0"/>
                          </a:rPr>
                          <m:t>obs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US" sz="4000" b="0" i="1" smtClean="0">
                        <a:latin typeface="Cambria Math" panose="02040503050406030204" pitchFamily="18" charset="0"/>
                      </a:rPr>
                      <m:t>cdt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4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4000" i="1">
                            <a:latin typeface="Cambria Math" panose="02040503050406030204" pitchFamily="18" charset="0"/>
                          </a:rPr>
                          <m:t>obstacle</m:t>
                        </m:r>
                      </m:sub>
                    </m:sSub>
                  </m:oMath>
                </a14:m>
                <a:endParaRPr lang="en-US" sz="4000" b="0" dirty="0"/>
              </a:p>
              <a:p>
                <a:pPr marL="86438" indent="0" algn="ctr">
                  <a:buNone/>
                </a:pPr>
                <a:r>
                  <a:rPr lang="en-US" sz="4000" dirty="0"/>
                  <a:t>Using Kinematics and Assuming Takeoff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4000" b="0" i="1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4000" b="0" i="1" smtClean="0">
                            <a:latin typeface="Cambria Math" panose="02040503050406030204" pitchFamily="18" charset="0"/>
                          </a:rPr>
                          <m:t>runway</m:t>
                        </m:r>
                      </m:sub>
                    </m:sSub>
                  </m:oMath>
                </a14:m>
                <a:endParaRPr lang="en-US" sz="4000" dirty="0"/>
              </a:p>
              <a:p>
                <a:pPr marL="86438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i="1">
                        <a:latin typeface="Cambria Math" panose="02040503050406030204" pitchFamily="18" charset="0"/>
                      </a:rPr>
                      <m:t>c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runway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[2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1.1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stall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+0.5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adt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+2(0.5)</m:t>
                            </m:r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runway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)]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0.5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+0.5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adt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dt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1.1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stall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+0.5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adt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+2(0.5)</m:t>
                            </m:r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runway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)]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0.5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1.1</m:t>
                            </m:r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i="1">
                                <a:latin typeface="Cambria Math" panose="02040503050406030204" pitchFamily="18" charset="0"/>
                              </a:rPr>
                              <m:t>stall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+0.5</m:t>
                        </m:r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adt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US" sz="2800" i="1">
                        <a:latin typeface="Cambria Math" panose="02040503050406030204" pitchFamily="18" charset="0"/>
                      </a:rPr>
                      <m:t>cdt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obstacle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669399E9-FB66-E925-9CB0-5F36BD144C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78240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402</Words>
  <Application>Microsoft Office PowerPoint</Application>
  <PresentationFormat>Custom</PresentationFormat>
  <Paragraphs>90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</vt:lpstr>
      <vt:lpstr>Arial</vt:lpstr>
      <vt:lpstr>Cambria Math</vt:lpstr>
      <vt:lpstr>Lexend Light</vt:lpstr>
      <vt:lpstr>Open Sans</vt:lpstr>
      <vt:lpstr>Open Sans ExtraBold</vt:lpstr>
      <vt:lpstr>Open Sans Light</vt:lpstr>
      <vt:lpstr>Source Serif 4</vt:lpstr>
      <vt:lpstr>Simple Light</vt:lpstr>
      <vt:lpstr>OEI Takeoff</vt:lpstr>
      <vt:lpstr>PowerPoint Presentation</vt:lpstr>
      <vt:lpstr>OEI Before Decision Speed</vt:lpstr>
      <vt:lpstr>OEI After Decision Speed Runway Length</vt:lpstr>
      <vt:lpstr>OEI After Takeoff Obstacle Clearance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Gold, James</dc:creator>
  <cp:lastModifiedBy>Gold, James</cp:lastModifiedBy>
  <cp:revision>1</cp:revision>
  <dcterms:created xsi:type="dcterms:W3CDTF">2025-12-09T21:37:51Z</dcterms:created>
  <dcterms:modified xsi:type="dcterms:W3CDTF">2026-02-08T04:06:16Z</dcterms:modified>
</cp:coreProperties>
</file>